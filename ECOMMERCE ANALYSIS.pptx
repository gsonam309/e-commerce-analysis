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8206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2843" y="7915509"/>
            <a:ext cx="7279030" cy="237149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9648" y="1498912"/>
            <a:ext cx="15068549" cy="8077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820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92074" y="340263"/>
            <a:ext cx="8201025" cy="1100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5264" y="2015688"/>
            <a:ext cx="12299315" cy="531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55883" y="340263"/>
            <a:ext cx="6520180" cy="711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00" spc="-40"/>
              <a:t>ECOMMERCE</a:t>
            </a:r>
            <a:r>
              <a:rPr dirty="0" sz="4500" spc="-215"/>
              <a:t> </a:t>
            </a:r>
            <a:r>
              <a:rPr dirty="0" sz="4500" spc="-20"/>
              <a:t>ANALYSIS</a:t>
            </a:r>
            <a:endParaRPr sz="4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03587" y="7781955"/>
            <a:ext cx="7389495" cy="2505075"/>
            <a:chOff x="10903587" y="7781955"/>
            <a:chExt cx="7389495" cy="2505075"/>
          </a:xfrm>
        </p:grpSpPr>
        <p:sp>
          <p:nvSpPr>
            <p:cNvPr id="3" name="object 3"/>
            <p:cNvSpPr/>
            <p:nvPr/>
          </p:nvSpPr>
          <p:spPr>
            <a:xfrm>
              <a:off x="11127459" y="8097942"/>
              <a:ext cx="7160895" cy="2189480"/>
            </a:xfrm>
            <a:custGeom>
              <a:avLst/>
              <a:gdLst/>
              <a:ahLst/>
              <a:cxnLst/>
              <a:rect l="l" t="t" r="r" b="b"/>
              <a:pathLst>
                <a:path w="7160894" h="2189479">
                  <a:moveTo>
                    <a:pt x="5522958" y="2189057"/>
                  </a:moveTo>
                  <a:lnTo>
                    <a:pt x="5112106" y="1168191"/>
                  </a:lnTo>
                  <a:lnTo>
                    <a:pt x="5513177" y="1987282"/>
                  </a:lnTo>
                  <a:lnTo>
                    <a:pt x="6271958" y="1362301"/>
                  </a:lnTo>
                  <a:lnTo>
                    <a:pt x="7006973" y="270594"/>
                  </a:lnTo>
                  <a:lnTo>
                    <a:pt x="7160539" y="0"/>
                  </a:lnTo>
                  <a:lnTo>
                    <a:pt x="7160539" y="2189057"/>
                  </a:lnTo>
                  <a:lnTo>
                    <a:pt x="5522958" y="2189057"/>
                  </a:lnTo>
                  <a:close/>
                </a:path>
                <a:path w="7160894" h="2189479">
                  <a:moveTo>
                    <a:pt x="0" y="2189057"/>
                  </a:moveTo>
                  <a:lnTo>
                    <a:pt x="40603" y="2153238"/>
                  </a:lnTo>
                  <a:lnTo>
                    <a:pt x="93706" y="2107404"/>
                  </a:lnTo>
                  <a:lnTo>
                    <a:pt x="148830" y="2060872"/>
                  </a:lnTo>
                  <a:lnTo>
                    <a:pt x="205905" y="2013702"/>
                  </a:lnTo>
                  <a:lnTo>
                    <a:pt x="264864" y="1965954"/>
                  </a:lnTo>
                  <a:lnTo>
                    <a:pt x="295029" y="1941883"/>
                  </a:lnTo>
                  <a:lnTo>
                    <a:pt x="325640" y="1917689"/>
                  </a:lnTo>
                  <a:lnTo>
                    <a:pt x="356688" y="1893381"/>
                  </a:lnTo>
                  <a:lnTo>
                    <a:pt x="388165" y="1868965"/>
                  </a:lnTo>
                  <a:lnTo>
                    <a:pt x="420062" y="1844451"/>
                  </a:lnTo>
                  <a:lnTo>
                    <a:pt x="452371" y="1819844"/>
                  </a:lnTo>
                  <a:lnTo>
                    <a:pt x="485084" y="1795153"/>
                  </a:lnTo>
                  <a:lnTo>
                    <a:pt x="518191" y="1770385"/>
                  </a:lnTo>
                  <a:lnTo>
                    <a:pt x="551685" y="1745548"/>
                  </a:lnTo>
                  <a:lnTo>
                    <a:pt x="585557" y="1720648"/>
                  </a:lnTo>
                  <a:lnTo>
                    <a:pt x="619799" y="1695695"/>
                  </a:lnTo>
                  <a:lnTo>
                    <a:pt x="654402" y="1670694"/>
                  </a:lnTo>
                  <a:lnTo>
                    <a:pt x="689357" y="1645653"/>
                  </a:lnTo>
                  <a:lnTo>
                    <a:pt x="724657" y="1620581"/>
                  </a:lnTo>
                  <a:lnTo>
                    <a:pt x="760293" y="1595484"/>
                  </a:lnTo>
                  <a:lnTo>
                    <a:pt x="796255" y="1570371"/>
                  </a:lnTo>
                  <a:lnTo>
                    <a:pt x="832537" y="1545247"/>
                  </a:lnTo>
                  <a:lnTo>
                    <a:pt x="869129" y="1520122"/>
                  </a:lnTo>
                  <a:lnTo>
                    <a:pt x="906024" y="1495003"/>
                  </a:lnTo>
                  <a:lnTo>
                    <a:pt x="943211" y="1469896"/>
                  </a:lnTo>
                  <a:lnTo>
                    <a:pt x="980684" y="1444810"/>
                  </a:lnTo>
                  <a:lnTo>
                    <a:pt x="1018433" y="1419752"/>
                  </a:lnTo>
                  <a:lnTo>
                    <a:pt x="1056451" y="1394730"/>
                  </a:lnTo>
                  <a:lnTo>
                    <a:pt x="1094728" y="1369750"/>
                  </a:lnTo>
                  <a:lnTo>
                    <a:pt x="1133257" y="1344821"/>
                  </a:lnTo>
                  <a:lnTo>
                    <a:pt x="1172028" y="1319950"/>
                  </a:lnTo>
                  <a:lnTo>
                    <a:pt x="1211034" y="1295145"/>
                  </a:lnTo>
                  <a:lnTo>
                    <a:pt x="1250265" y="1270413"/>
                  </a:lnTo>
                  <a:lnTo>
                    <a:pt x="1289714" y="1245761"/>
                  </a:lnTo>
                  <a:lnTo>
                    <a:pt x="1329372" y="1221197"/>
                  </a:lnTo>
                  <a:lnTo>
                    <a:pt x="1369230" y="1196729"/>
                  </a:lnTo>
                  <a:lnTo>
                    <a:pt x="1409281" y="1172363"/>
                  </a:lnTo>
                  <a:lnTo>
                    <a:pt x="1449515" y="1148109"/>
                  </a:lnTo>
                  <a:lnTo>
                    <a:pt x="1489924" y="1123972"/>
                  </a:lnTo>
                  <a:lnTo>
                    <a:pt x="1530500" y="1099961"/>
                  </a:lnTo>
                  <a:lnTo>
                    <a:pt x="1571235" y="1076083"/>
                  </a:lnTo>
                  <a:lnTo>
                    <a:pt x="1612119" y="1052345"/>
                  </a:lnTo>
                  <a:lnTo>
                    <a:pt x="1653144" y="1028755"/>
                  </a:lnTo>
                  <a:lnTo>
                    <a:pt x="1694303" y="1005321"/>
                  </a:lnTo>
                  <a:lnTo>
                    <a:pt x="1735585" y="982050"/>
                  </a:lnTo>
                  <a:lnTo>
                    <a:pt x="1776984" y="958950"/>
                  </a:lnTo>
                  <a:lnTo>
                    <a:pt x="1818490" y="936027"/>
                  </a:lnTo>
                  <a:lnTo>
                    <a:pt x="1860096" y="913290"/>
                  </a:lnTo>
                  <a:lnTo>
                    <a:pt x="1901792" y="890746"/>
                  </a:lnTo>
                  <a:lnTo>
                    <a:pt x="1943570" y="868403"/>
                  </a:lnTo>
                  <a:lnTo>
                    <a:pt x="1985422" y="846267"/>
                  </a:lnTo>
                  <a:lnTo>
                    <a:pt x="2027339" y="824347"/>
                  </a:lnTo>
                  <a:lnTo>
                    <a:pt x="2069313" y="802650"/>
                  </a:lnTo>
                  <a:lnTo>
                    <a:pt x="2111335" y="781184"/>
                  </a:lnTo>
                  <a:lnTo>
                    <a:pt x="2153397" y="759956"/>
                  </a:lnTo>
                  <a:lnTo>
                    <a:pt x="2195491" y="738973"/>
                  </a:lnTo>
                  <a:lnTo>
                    <a:pt x="2237608" y="718243"/>
                  </a:lnTo>
                  <a:lnTo>
                    <a:pt x="2279739" y="697774"/>
                  </a:lnTo>
                  <a:lnTo>
                    <a:pt x="2321876" y="677572"/>
                  </a:lnTo>
                  <a:lnTo>
                    <a:pt x="2364011" y="657646"/>
                  </a:lnTo>
                  <a:lnTo>
                    <a:pt x="2406135" y="638004"/>
                  </a:lnTo>
                  <a:lnTo>
                    <a:pt x="2448240" y="618651"/>
                  </a:lnTo>
                  <a:lnTo>
                    <a:pt x="2490317" y="599597"/>
                  </a:lnTo>
                  <a:lnTo>
                    <a:pt x="2532358" y="580848"/>
                  </a:lnTo>
                  <a:lnTo>
                    <a:pt x="2574354" y="562412"/>
                  </a:lnTo>
                  <a:lnTo>
                    <a:pt x="2616297" y="544297"/>
                  </a:lnTo>
                  <a:lnTo>
                    <a:pt x="2658179" y="526510"/>
                  </a:lnTo>
                  <a:lnTo>
                    <a:pt x="2699991" y="509058"/>
                  </a:lnTo>
                  <a:lnTo>
                    <a:pt x="2741724" y="491950"/>
                  </a:lnTo>
                  <a:lnTo>
                    <a:pt x="2783370" y="475191"/>
                  </a:lnTo>
                  <a:lnTo>
                    <a:pt x="2824921" y="458791"/>
                  </a:lnTo>
                  <a:lnTo>
                    <a:pt x="2866368" y="442756"/>
                  </a:lnTo>
                  <a:lnTo>
                    <a:pt x="2907703" y="427095"/>
                  </a:lnTo>
                  <a:lnTo>
                    <a:pt x="2948917" y="411813"/>
                  </a:lnTo>
                  <a:lnTo>
                    <a:pt x="2990002" y="396920"/>
                  </a:lnTo>
                  <a:lnTo>
                    <a:pt x="3030949" y="382423"/>
                  </a:lnTo>
                  <a:lnTo>
                    <a:pt x="3071750" y="368328"/>
                  </a:lnTo>
                  <a:lnTo>
                    <a:pt x="3112397" y="354644"/>
                  </a:lnTo>
                  <a:lnTo>
                    <a:pt x="3152880" y="341377"/>
                  </a:lnTo>
                  <a:lnTo>
                    <a:pt x="3193192" y="328537"/>
                  </a:lnTo>
                  <a:lnTo>
                    <a:pt x="3233325" y="316129"/>
                  </a:lnTo>
                  <a:lnTo>
                    <a:pt x="3273269" y="304162"/>
                  </a:lnTo>
                  <a:lnTo>
                    <a:pt x="3313016" y="292643"/>
                  </a:lnTo>
                  <a:lnTo>
                    <a:pt x="3352558" y="281579"/>
                  </a:lnTo>
                  <a:lnTo>
                    <a:pt x="3391886" y="270978"/>
                  </a:lnTo>
                  <a:lnTo>
                    <a:pt x="3430992" y="260848"/>
                  </a:lnTo>
                  <a:lnTo>
                    <a:pt x="3469867" y="251196"/>
                  </a:lnTo>
                  <a:lnTo>
                    <a:pt x="3508503" y="242029"/>
                  </a:lnTo>
                  <a:lnTo>
                    <a:pt x="3546892" y="233356"/>
                  </a:lnTo>
                  <a:lnTo>
                    <a:pt x="3585024" y="225182"/>
                  </a:lnTo>
                  <a:lnTo>
                    <a:pt x="3622893" y="217517"/>
                  </a:lnTo>
                  <a:lnTo>
                    <a:pt x="3660488" y="210367"/>
                  </a:lnTo>
                  <a:lnTo>
                    <a:pt x="3734826" y="197645"/>
                  </a:lnTo>
                  <a:lnTo>
                    <a:pt x="3807971" y="187074"/>
                  </a:lnTo>
                  <a:lnTo>
                    <a:pt x="3879856" y="178715"/>
                  </a:lnTo>
                  <a:lnTo>
                    <a:pt x="3950412" y="172628"/>
                  </a:lnTo>
                  <a:lnTo>
                    <a:pt x="4019572" y="168872"/>
                  </a:lnTo>
                  <a:lnTo>
                    <a:pt x="4087269" y="167509"/>
                  </a:lnTo>
                  <a:lnTo>
                    <a:pt x="4120547" y="167744"/>
                  </a:lnTo>
                  <a:lnTo>
                    <a:pt x="4185922" y="170081"/>
                  </a:lnTo>
                  <a:lnTo>
                    <a:pt x="4249664" y="174960"/>
                  </a:lnTo>
                  <a:lnTo>
                    <a:pt x="4311705" y="182441"/>
                  </a:lnTo>
                  <a:lnTo>
                    <a:pt x="4371979" y="192584"/>
                  </a:lnTo>
                  <a:lnTo>
                    <a:pt x="4430417" y="205450"/>
                  </a:lnTo>
                  <a:lnTo>
                    <a:pt x="4486952" y="221097"/>
                  </a:lnTo>
                  <a:lnTo>
                    <a:pt x="4541516" y="239585"/>
                  </a:lnTo>
                  <a:lnTo>
                    <a:pt x="4594042" y="260976"/>
                  </a:lnTo>
                  <a:lnTo>
                    <a:pt x="4644461" y="285329"/>
                  </a:lnTo>
                  <a:lnTo>
                    <a:pt x="4692707" y="312704"/>
                  </a:lnTo>
                  <a:lnTo>
                    <a:pt x="4738712" y="343160"/>
                  </a:lnTo>
                  <a:lnTo>
                    <a:pt x="4782407" y="376759"/>
                  </a:lnTo>
                  <a:lnTo>
                    <a:pt x="4823726" y="413559"/>
                  </a:lnTo>
                  <a:lnTo>
                    <a:pt x="4862601" y="453621"/>
                  </a:lnTo>
                  <a:lnTo>
                    <a:pt x="4898964" y="497006"/>
                  </a:lnTo>
                  <a:lnTo>
                    <a:pt x="4932747" y="543772"/>
                  </a:lnTo>
                  <a:lnTo>
                    <a:pt x="4963883" y="593980"/>
                  </a:lnTo>
                  <a:lnTo>
                    <a:pt x="4992305" y="647689"/>
                  </a:lnTo>
                  <a:lnTo>
                    <a:pt x="5017944" y="704961"/>
                  </a:lnTo>
                  <a:lnTo>
                    <a:pt x="5040733" y="765855"/>
                  </a:lnTo>
                  <a:lnTo>
                    <a:pt x="5060604" y="830430"/>
                  </a:lnTo>
                  <a:lnTo>
                    <a:pt x="5077490" y="898747"/>
                  </a:lnTo>
                  <a:lnTo>
                    <a:pt x="5091323" y="970866"/>
                  </a:lnTo>
                  <a:lnTo>
                    <a:pt x="5102036" y="1046847"/>
                  </a:lnTo>
                  <a:lnTo>
                    <a:pt x="5106156" y="1085881"/>
                  </a:lnTo>
                  <a:lnTo>
                    <a:pt x="5109560" y="1126750"/>
                  </a:lnTo>
                  <a:lnTo>
                    <a:pt x="5112106" y="1168191"/>
                  </a:lnTo>
                  <a:lnTo>
                    <a:pt x="5522958" y="2189057"/>
                  </a:lnTo>
                  <a:lnTo>
                    <a:pt x="0" y="2189057"/>
                  </a:lnTo>
                  <a:close/>
                </a:path>
              </a:pathLst>
            </a:custGeom>
            <a:solidFill>
              <a:srgbClr val="3C3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903587" y="7781955"/>
              <a:ext cx="7389495" cy="2503805"/>
            </a:xfrm>
            <a:custGeom>
              <a:avLst/>
              <a:gdLst/>
              <a:ahLst/>
              <a:cxnLst/>
              <a:rect l="l" t="t" r="r" b="b"/>
              <a:pathLst>
                <a:path w="7389494" h="2503804">
                  <a:moveTo>
                    <a:pt x="6078520" y="2502322"/>
                  </a:moveTo>
                  <a:lnTo>
                    <a:pt x="6077541" y="2499891"/>
                  </a:lnTo>
                  <a:lnTo>
                    <a:pt x="6115968" y="2459327"/>
                  </a:lnTo>
                  <a:lnTo>
                    <a:pt x="6141911" y="2421764"/>
                  </a:lnTo>
                  <a:lnTo>
                    <a:pt x="6178973" y="2377813"/>
                  </a:lnTo>
                  <a:lnTo>
                    <a:pt x="6203622" y="2337034"/>
                  </a:lnTo>
                  <a:lnTo>
                    <a:pt x="6239457" y="2290038"/>
                  </a:lnTo>
                  <a:lnTo>
                    <a:pt x="6274730" y="2241647"/>
                  </a:lnTo>
                  <a:lnTo>
                    <a:pt x="6309477" y="2191947"/>
                  </a:lnTo>
                  <a:lnTo>
                    <a:pt x="6331947" y="2145761"/>
                  </a:lnTo>
                  <a:lnTo>
                    <a:pt x="6726613" y="1460040"/>
                  </a:lnTo>
                  <a:lnTo>
                    <a:pt x="7060712" y="759921"/>
                  </a:lnTo>
                  <a:lnTo>
                    <a:pt x="7304776" y="210175"/>
                  </a:lnTo>
                  <a:lnTo>
                    <a:pt x="7384412" y="0"/>
                  </a:lnTo>
                  <a:lnTo>
                    <a:pt x="7389491" y="488453"/>
                  </a:lnTo>
                  <a:lnTo>
                    <a:pt x="7231595" y="844242"/>
                  </a:lnTo>
                  <a:lnTo>
                    <a:pt x="6888563" y="1556174"/>
                  </a:lnTo>
                  <a:lnTo>
                    <a:pt x="6496582" y="2248559"/>
                  </a:lnTo>
                  <a:lnTo>
                    <a:pt x="6462355" y="2299549"/>
                  </a:lnTo>
                  <a:lnTo>
                    <a:pt x="6439439" y="2344627"/>
                  </a:lnTo>
                  <a:lnTo>
                    <a:pt x="6404241" y="2393205"/>
                  </a:lnTo>
                  <a:lnTo>
                    <a:pt x="6368518" y="2440481"/>
                  </a:lnTo>
                  <a:lnTo>
                    <a:pt x="6332245" y="2486390"/>
                  </a:lnTo>
                  <a:lnTo>
                    <a:pt x="6324888" y="2502117"/>
                  </a:lnTo>
                  <a:lnTo>
                    <a:pt x="6078520" y="2502322"/>
                  </a:lnTo>
                  <a:close/>
                </a:path>
                <a:path w="7389494" h="2503804">
                  <a:moveTo>
                    <a:pt x="5501537" y="594143"/>
                  </a:moveTo>
                  <a:lnTo>
                    <a:pt x="5448031" y="461318"/>
                  </a:lnTo>
                  <a:lnTo>
                    <a:pt x="5477220" y="499788"/>
                  </a:lnTo>
                  <a:lnTo>
                    <a:pt x="5495055" y="544062"/>
                  </a:lnTo>
                  <a:lnTo>
                    <a:pt x="5501537" y="594143"/>
                  </a:lnTo>
                  <a:close/>
                </a:path>
                <a:path w="7389494" h="2503804">
                  <a:moveTo>
                    <a:pt x="0" y="2503789"/>
                  </a:moveTo>
                  <a:lnTo>
                    <a:pt x="27095" y="2469084"/>
                  </a:lnTo>
                  <a:lnTo>
                    <a:pt x="53300" y="2432169"/>
                  </a:lnTo>
                  <a:lnTo>
                    <a:pt x="91404" y="2390806"/>
                  </a:lnTo>
                  <a:lnTo>
                    <a:pt x="117843" y="2354472"/>
                  </a:lnTo>
                  <a:lnTo>
                    <a:pt x="144400" y="2318433"/>
                  </a:lnTo>
                  <a:lnTo>
                    <a:pt x="182861" y="2277955"/>
                  </a:lnTo>
                  <a:lnTo>
                    <a:pt x="221443" y="2237777"/>
                  </a:lnTo>
                  <a:lnTo>
                    <a:pt x="248364" y="2202640"/>
                  </a:lnTo>
                  <a:lnTo>
                    <a:pt x="287192" y="2163073"/>
                  </a:lnTo>
                  <a:lnTo>
                    <a:pt x="326145" y="2123815"/>
                  </a:lnTo>
                  <a:lnTo>
                    <a:pt x="365224" y="2084870"/>
                  </a:lnTo>
                  <a:lnTo>
                    <a:pt x="392646" y="2050979"/>
                  </a:lnTo>
                  <a:lnTo>
                    <a:pt x="431981" y="2012669"/>
                  </a:lnTo>
                  <a:lnTo>
                    <a:pt x="471445" y="1974680"/>
                  </a:lnTo>
                  <a:lnTo>
                    <a:pt x="511039" y="1937016"/>
                  </a:lnTo>
                  <a:lnTo>
                    <a:pt x="550766" y="1899679"/>
                  </a:lnTo>
                  <a:lnTo>
                    <a:pt x="602409" y="1857936"/>
                  </a:lnTo>
                  <a:lnTo>
                    <a:pt x="642403" y="1821263"/>
                  </a:lnTo>
                  <a:lnTo>
                    <a:pt x="682533" y="1784928"/>
                  </a:lnTo>
                  <a:lnTo>
                    <a:pt x="722799" y="1748932"/>
                  </a:lnTo>
                  <a:lnTo>
                    <a:pt x="774987" y="1708540"/>
                  </a:lnTo>
                  <a:lnTo>
                    <a:pt x="815531" y="1673232"/>
                  </a:lnTo>
                  <a:lnTo>
                    <a:pt x="856215" y="1638272"/>
                  </a:lnTo>
                  <a:lnTo>
                    <a:pt x="908824" y="1598927"/>
                  </a:lnTo>
                  <a:lnTo>
                    <a:pt x="949792" y="1564673"/>
                  </a:lnTo>
                  <a:lnTo>
                    <a:pt x="1002688" y="1526039"/>
                  </a:lnTo>
                  <a:lnTo>
                    <a:pt x="1043945" y="1492503"/>
                  </a:lnTo>
                  <a:lnTo>
                    <a:pt x="1086079" y="1461143"/>
                  </a:lnTo>
                  <a:lnTo>
                    <a:pt x="1128323" y="1430054"/>
                  </a:lnTo>
                  <a:lnTo>
                    <a:pt x="1170676" y="1399238"/>
                  </a:lnTo>
                  <a:lnTo>
                    <a:pt x="1213140" y="1368697"/>
                  </a:lnTo>
                  <a:lnTo>
                    <a:pt x="1255715" y="1338431"/>
                  </a:lnTo>
                  <a:lnTo>
                    <a:pt x="1310184" y="1303704"/>
                  </a:lnTo>
                  <a:lnTo>
                    <a:pt x="1352983" y="1273993"/>
                  </a:lnTo>
                  <a:lnTo>
                    <a:pt x="1395894" y="1244562"/>
                  </a:lnTo>
                  <a:lnTo>
                    <a:pt x="1438918" y="1215413"/>
                  </a:lnTo>
                  <a:lnTo>
                    <a:pt x="1482057" y="1186545"/>
                  </a:lnTo>
                  <a:lnTo>
                    <a:pt x="1525309" y="1157962"/>
                  </a:lnTo>
                  <a:lnTo>
                    <a:pt x="1568677" y="1129665"/>
                  </a:lnTo>
                  <a:lnTo>
                    <a:pt x="1623944" y="1096916"/>
                  </a:lnTo>
                  <a:lnTo>
                    <a:pt x="1667543" y="1069194"/>
                  </a:lnTo>
                  <a:lnTo>
                    <a:pt x="1711259" y="1041761"/>
                  </a:lnTo>
                  <a:lnTo>
                    <a:pt x="1755092" y="1014619"/>
                  </a:lnTo>
                  <a:lnTo>
                    <a:pt x="1799044" y="987770"/>
                  </a:lnTo>
                  <a:lnTo>
                    <a:pt x="1854896" y="956477"/>
                  </a:lnTo>
                  <a:lnTo>
                    <a:pt x="1899085" y="930217"/>
                  </a:lnTo>
                  <a:lnTo>
                    <a:pt x="1943393" y="904254"/>
                  </a:lnTo>
                  <a:lnTo>
                    <a:pt x="1987821" y="878589"/>
                  </a:lnTo>
                  <a:lnTo>
                    <a:pt x="2032370" y="853224"/>
                  </a:lnTo>
                  <a:lnTo>
                    <a:pt x="2088823" y="823421"/>
                  </a:lnTo>
                  <a:lnTo>
                    <a:pt x="2133615" y="798659"/>
                  </a:lnTo>
                  <a:lnTo>
                    <a:pt x="2178530" y="774201"/>
                  </a:lnTo>
                  <a:lnTo>
                    <a:pt x="2223567" y="750048"/>
                  </a:lnTo>
                  <a:lnTo>
                    <a:pt x="2280511" y="721464"/>
                  </a:lnTo>
                  <a:lnTo>
                    <a:pt x="2325796" y="697925"/>
                  </a:lnTo>
                  <a:lnTo>
                    <a:pt x="2371205" y="674696"/>
                  </a:lnTo>
                  <a:lnTo>
                    <a:pt x="2416740" y="651778"/>
                  </a:lnTo>
                  <a:lnTo>
                    <a:pt x="2474184" y="624435"/>
                  </a:lnTo>
                  <a:lnTo>
                    <a:pt x="2519971" y="602143"/>
                  </a:lnTo>
                  <a:lnTo>
                    <a:pt x="2565884" y="580166"/>
                  </a:lnTo>
                  <a:lnTo>
                    <a:pt x="2611926" y="558505"/>
                  </a:lnTo>
                  <a:lnTo>
                    <a:pt x="2658095" y="537162"/>
                  </a:lnTo>
                  <a:lnTo>
                    <a:pt x="2704393" y="516139"/>
                  </a:lnTo>
                  <a:lnTo>
                    <a:pt x="2762604" y="490699"/>
                  </a:lnTo>
                  <a:lnTo>
                    <a:pt x="2809161" y="470318"/>
                  </a:lnTo>
                  <a:lnTo>
                    <a:pt x="2855848" y="450262"/>
                  </a:lnTo>
                  <a:lnTo>
                    <a:pt x="2902666" y="430530"/>
                  </a:lnTo>
                  <a:lnTo>
                    <a:pt x="2937878" y="415976"/>
                  </a:lnTo>
                  <a:lnTo>
                    <a:pt x="2984927" y="396816"/>
                  </a:lnTo>
                  <a:lnTo>
                    <a:pt x="3032108" y="377985"/>
                  </a:lnTo>
                  <a:lnTo>
                    <a:pt x="3091260" y="354881"/>
                  </a:lnTo>
                  <a:lnTo>
                    <a:pt x="3138741" y="336795"/>
                  </a:lnTo>
                  <a:lnTo>
                    <a:pt x="3186357" y="319042"/>
                  </a:lnTo>
                  <a:lnTo>
                    <a:pt x="3234107" y="301625"/>
                  </a:lnTo>
                  <a:lnTo>
                    <a:pt x="3281993" y="284544"/>
                  </a:lnTo>
                  <a:lnTo>
                    <a:pt x="3330015" y="267800"/>
                  </a:lnTo>
                  <a:lnTo>
                    <a:pt x="3378174" y="251396"/>
                  </a:lnTo>
                  <a:lnTo>
                    <a:pt x="3414686" y="240070"/>
                  </a:lnTo>
                  <a:lnTo>
                    <a:pt x="3463120" y="224348"/>
                  </a:lnTo>
                  <a:lnTo>
                    <a:pt x="3511692" y="208969"/>
                  </a:lnTo>
                  <a:lnTo>
                    <a:pt x="3560402" y="193935"/>
                  </a:lnTo>
                  <a:lnTo>
                    <a:pt x="3597469" y="183985"/>
                  </a:lnTo>
                  <a:lnTo>
                    <a:pt x="3646459" y="169645"/>
                  </a:lnTo>
                  <a:lnTo>
                    <a:pt x="3695590" y="155654"/>
                  </a:lnTo>
                  <a:lnTo>
                    <a:pt x="3733079" y="146751"/>
                  </a:lnTo>
                  <a:lnTo>
                    <a:pt x="3782492" y="133462"/>
                  </a:lnTo>
                  <a:lnTo>
                    <a:pt x="3820265" y="125264"/>
                  </a:lnTo>
                  <a:lnTo>
                    <a:pt x="3869964" y="112682"/>
                  </a:lnTo>
                  <a:lnTo>
                    <a:pt x="3908023" y="105195"/>
                  </a:lnTo>
                  <a:lnTo>
                    <a:pt x="3958009" y="93327"/>
                  </a:lnTo>
                  <a:lnTo>
                    <a:pt x="3996356" y="86556"/>
                  </a:lnTo>
                  <a:lnTo>
                    <a:pt x="4034849" y="80145"/>
                  </a:lnTo>
                  <a:lnTo>
                    <a:pt x="4085271" y="69359"/>
                  </a:lnTo>
                  <a:lnTo>
                    <a:pt x="4124055" y="63673"/>
                  </a:lnTo>
                  <a:lnTo>
                    <a:pt x="4162987" y="58351"/>
                  </a:lnTo>
                  <a:lnTo>
                    <a:pt x="4202065" y="53395"/>
                  </a:lnTo>
                  <a:lnTo>
                    <a:pt x="4241292" y="48807"/>
                  </a:lnTo>
                  <a:lnTo>
                    <a:pt x="4280668" y="44588"/>
                  </a:lnTo>
                  <a:lnTo>
                    <a:pt x="4320192" y="40738"/>
                  </a:lnTo>
                  <a:lnTo>
                    <a:pt x="4359866" y="37260"/>
                  </a:lnTo>
                  <a:lnTo>
                    <a:pt x="4425676" y="30685"/>
                  </a:lnTo>
                  <a:lnTo>
                    <a:pt x="4480065" y="29747"/>
                  </a:lnTo>
                  <a:lnTo>
                    <a:pt x="4534814" y="29704"/>
                  </a:lnTo>
                  <a:lnTo>
                    <a:pt x="4589924" y="30555"/>
                  </a:lnTo>
                  <a:lnTo>
                    <a:pt x="4645391" y="32295"/>
                  </a:lnTo>
                  <a:lnTo>
                    <a:pt x="4701216" y="34921"/>
                  </a:lnTo>
                  <a:lnTo>
                    <a:pt x="4745613" y="43168"/>
                  </a:lnTo>
                  <a:lnTo>
                    <a:pt x="4802148" y="47557"/>
                  </a:lnTo>
                  <a:lnTo>
                    <a:pt x="4847253" y="57561"/>
                  </a:lnTo>
                  <a:lnTo>
                    <a:pt x="4892709" y="68438"/>
                  </a:lnTo>
                  <a:lnTo>
                    <a:pt x="4938517" y="80184"/>
                  </a:lnTo>
                  <a:lnTo>
                    <a:pt x="4984673" y="92798"/>
                  </a:lnTo>
                  <a:lnTo>
                    <a:pt x="5031177" y="106275"/>
                  </a:lnTo>
                  <a:lnTo>
                    <a:pt x="5066244" y="125351"/>
                  </a:lnTo>
                  <a:lnTo>
                    <a:pt x="5113440" y="140546"/>
                  </a:lnTo>
                  <a:lnTo>
                    <a:pt x="5149197" y="161332"/>
                  </a:lnTo>
                  <a:lnTo>
                    <a:pt x="5185296" y="182969"/>
                  </a:lnTo>
                  <a:lnTo>
                    <a:pt x="5221737" y="205453"/>
                  </a:lnTo>
                  <a:lnTo>
                    <a:pt x="5258518" y="228781"/>
                  </a:lnTo>
                  <a:lnTo>
                    <a:pt x="5283854" y="257688"/>
                  </a:lnTo>
                  <a:lnTo>
                    <a:pt x="5321311" y="282695"/>
                  </a:lnTo>
                  <a:lnTo>
                    <a:pt x="5347320" y="313274"/>
                  </a:lnTo>
                  <a:lnTo>
                    <a:pt x="5374808" y="347522"/>
                  </a:lnTo>
                  <a:lnTo>
                    <a:pt x="5431054" y="419171"/>
                  </a:lnTo>
                  <a:lnTo>
                    <a:pt x="5520235" y="640558"/>
                  </a:lnTo>
                  <a:lnTo>
                    <a:pt x="5543587" y="800496"/>
                  </a:lnTo>
                  <a:lnTo>
                    <a:pt x="5552245" y="855979"/>
                  </a:lnTo>
                  <a:lnTo>
                    <a:pt x="5547318" y="979703"/>
                  </a:lnTo>
                  <a:lnTo>
                    <a:pt x="5550383" y="1055290"/>
                  </a:lnTo>
                  <a:lnTo>
                    <a:pt x="5541033" y="1134046"/>
                  </a:lnTo>
                  <a:lnTo>
                    <a:pt x="5542840" y="1206511"/>
                  </a:lnTo>
                  <a:lnTo>
                    <a:pt x="5263333" y="512647"/>
                  </a:lnTo>
                  <a:lnTo>
                    <a:pt x="5207662" y="442425"/>
                  </a:lnTo>
                  <a:lnTo>
                    <a:pt x="5181420" y="411269"/>
                  </a:lnTo>
                  <a:lnTo>
                    <a:pt x="5143900" y="386106"/>
                  </a:lnTo>
                  <a:lnTo>
                    <a:pt x="5106877" y="362176"/>
                  </a:lnTo>
                  <a:lnTo>
                    <a:pt x="5070343" y="339458"/>
                  </a:lnTo>
                  <a:lnTo>
                    <a:pt x="5034288" y="317932"/>
                  </a:lnTo>
                  <a:lnTo>
                    <a:pt x="4998704" y="297574"/>
                  </a:lnTo>
                  <a:lnTo>
                    <a:pt x="4951799" y="283101"/>
                  </a:lnTo>
                  <a:lnTo>
                    <a:pt x="4905347" y="269755"/>
                  </a:lnTo>
                  <a:lnTo>
                    <a:pt x="4859341" y="257513"/>
                  </a:lnTo>
                  <a:lnTo>
                    <a:pt x="4813771" y="246354"/>
                  </a:lnTo>
                  <a:lnTo>
                    <a:pt x="4768628" y="236257"/>
                  </a:lnTo>
                  <a:lnTo>
                    <a:pt x="4712121" y="231938"/>
                  </a:lnTo>
                  <a:lnTo>
                    <a:pt x="4667808" y="223899"/>
                  </a:lnTo>
                  <a:lnTo>
                    <a:pt x="4612113" y="221595"/>
                  </a:lnTo>
                  <a:lnTo>
                    <a:pt x="4556811" y="220267"/>
                  </a:lnTo>
                  <a:lnTo>
                    <a:pt x="4501894" y="219892"/>
                  </a:lnTo>
                  <a:lnTo>
                    <a:pt x="4435568" y="225188"/>
                  </a:lnTo>
                  <a:lnTo>
                    <a:pt x="4381393" y="226657"/>
                  </a:lnTo>
                  <a:lnTo>
                    <a:pt x="4341734" y="230171"/>
                  </a:lnTo>
                  <a:lnTo>
                    <a:pt x="4302230" y="234072"/>
                  </a:lnTo>
                  <a:lnTo>
                    <a:pt x="4262882" y="238359"/>
                  </a:lnTo>
                  <a:lnTo>
                    <a:pt x="4223689" y="243030"/>
                  </a:lnTo>
                  <a:lnTo>
                    <a:pt x="4184649" y="248084"/>
                  </a:lnTo>
                  <a:lnTo>
                    <a:pt x="4133980" y="258255"/>
                  </a:lnTo>
                  <a:lnTo>
                    <a:pt x="4095247" y="264068"/>
                  </a:lnTo>
                  <a:lnTo>
                    <a:pt x="4056665" y="270259"/>
                  </a:lnTo>
                  <a:lnTo>
                    <a:pt x="4018235" y="276824"/>
                  </a:lnTo>
                  <a:lnTo>
                    <a:pt x="3968172" y="288502"/>
                  </a:lnTo>
                  <a:lnTo>
                    <a:pt x="3930043" y="295814"/>
                  </a:lnTo>
                  <a:lnTo>
                    <a:pt x="3880279" y="308235"/>
                  </a:lnTo>
                  <a:lnTo>
                    <a:pt x="3842448" y="316286"/>
                  </a:lnTo>
                  <a:lnTo>
                    <a:pt x="3792981" y="329443"/>
                  </a:lnTo>
                  <a:lnTo>
                    <a:pt x="3755444" y="338227"/>
                  </a:lnTo>
                  <a:lnTo>
                    <a:pt x="3706271" y="352113"/>
                  </a:lnTo>
                  <a:lnTo>
                    <a:pt x="3657244" y="366362"/>
                  </a:lnTo>
                  <a:lnTo>
                    <a:pt x="3620145" y="376233"/>
                  </a:lnTo>
                  <a:lnTo>
                    <a:pt x="3571408" y="391201"/>
                  </a:lnTo>
                  <a:lnTo>
                    <a:pt x="3522815" y="406526"/>
                  </a:lnTo>
                  <a:lnTo>
                    <a:pt x="3486148" y="417469"/>
                  </a:lnTo>
                  <a:lnTo>
                    <a:pt x="3437840" y="433503"/>
                  </a:lnTo>
                  <a:lnTo>
                    <a:pt x="3389674" y="449890"/>
                  </a:lnTo>
                  <a:lnTo>
                    <a:pt x="3341650" y="466627"/>
                  </a:lnTo>
                  <a:lnTo>
                    <a:pt x="3293766" y="483714"/>
                  </a:lnTo>
                  <a:lnTo>
                    <a:pt x="3246022" y="501147"/>
                  </a:lnTo>
                  <a:lnTo>
                    <a:pt x="3198417" y="518926"/>
                  </a:lnTo>
                  <a:lnTo>
                    <a:pt x="3150950" y="537049"/>
                  </a:lnTo>
                  <a:lnTo>
                    <a:pt x="3103622" y="555514"/>
                  </a:lnTo>
                  <a:lnTo>
                    <a:pt x="3068228" y="569618"/>
                  </a:lnTo>
                  <a:lnTo>
                    <a:pt x="3056430" y="574319"/>
                  </a:lnTo>
                  <a:lnTo>
                    <a:pt x="3021139" y="588677"/>
                  </a:lnTo>
                  <a:lnTo>
                    <a:pt x="3009375" y="593463"/>
                  </a:lnTo>
                  <a:lnTo>
                    <a:pt x="2962456" y="612945"/>
                  </a:lnTo>
                  <a:lnTo>
                    <a:pt x="2915672" y="632762"/>
                  </a:lnTo>
                  <a:lnTo>
                    <a:pt x="2869023" y="652912"/>
                  </a:lnTo>
                  <a:lnTo>
                    <a:pt x="2822507" y="673395"/>
                  </a:lnTo>
                  <a:lnTo>
                    <a:pt x="2776124" y="694209"/>
                  </a:lnTo>
                  <a:lnTo>
                    <a:pt x="2729874" y="715351"/>
                  </a:lnTo>
                  <a:lnTo>
                    <a:pt x="2671973" y="741558"/>
                  </a:lnTo>
                  <a:lnTo>
                    <a:pt x="2625985" y="763353"/>
                  </a:lnTo>
                  <a:lnTo>
                    <a:pt x="2580129" y="785471"/>
                  </a:lnTo>
                  <a:lnTo>
                    <a:pt x="2534402" y="807912"/>
                  </a:lnTo>
                  <a:lnTo>
                    <a:pt x="2488804" y="830673"/>
                  </a:lnTo>
                  <a:lnTo>
                    <a:pt x="2443334" y="853753"/>
                  </a:lnTo>
                  <a:lnTo>
                    <a:pt x="2386209" y="881888"/>
                  </a:lnTo>
                  <a:lnTo>
                    <a:pt x="2340994" y="905600"/>
                  </a:lnTo>
                  <a:lnTo>
                    <a:pt x="2295906" y="929626"/>
                  </a:lnTo>
                  <a:lnTo>
                    <a:pt x="2250943" y="953965"/>
                  </a:lnTo>
                  <a:lnTo>
                    <a:pt x="2194323" y="983351"/>
                  </a:lnTo>
                  <a:lnTo>
                    <a:pt x="2149609" y="1008309"/>
                  </a:lnTo>
                  <a:lnTo>
                    <a:pt x="2105020" y="1033573"/>
                  </a:lnTo>
                  <a:lnTo>
                    <a:pt x="2060553" y="1059143"/>
                  </a:lnTo>
                  <a:lnTo>
                    <a:pt x="2016209" y="1085017"/>
                  </a:lnTo>
                  <a:lnTo>
                    <a:pt x="1960203" y="1115930"/>
                  </a:lnTo>
                  <a:lnTo>
                    <a:pt x="1916102" y="1142406"/>
                  </a:lnTo>
                  <a:lnTo>
                    <a:pt x="1872121" y="1169181"/>
                  </a:lnTo>
                  <a:lnTo>
                    <a:pt x="1828259" y="1196253"/>
                  </a:lnTo>
                  <a:lnTo>
                    <a:pt x="1784517" y="1223620"/>
                  </a:lnTo>
                  <a:lnTo>
                    <a:pt x="1729109" y="1256019"/>
                  </a:lnTo>
                  <a:lnTo>
                    <a:pt x="1685603" y="1283972"/>
                  </a:lnTo>
                  <a:lnTo>
                    <a:pt x="1642213" y="1312215"/>
                  </a:lnTo>
                  <a:lnTo>
                    <a:pt x="1598940" y="1340747"/>
                  </a:lnTo>
                  <a:lnTo>
                    <a:pt x="1555782" y="1369566"/>
                  </a:lnTo>
                  <a:lnTo>
                    <a:pt x="1512740" y="1398670"/>
                  </a:lnTo>
                  <a:lnTo>
                    <a:pt x="1458028" y="1432796"/>
                  </a:lnTo>
                  <a:lnTo>
                    <a:pt x="1415213" y="1462466"/>
                  </a:lnTo>
                  <a:lnTo>
                    <a:pt x="1372511" y="1492416"/>
                  </a:lnTo>
                  <a:lnTo>
                    <a:pt x="1329921" y="1522645"/>
                  </a:lnTo>
                  <a:lnTo>
                    <a:pt x="1287443" y="1553151"/>
                  </a:lnTo>
                  <a:lnTo>
                    <a:pt x="1245076" y="1583932"/>
                  </a:lnTo>
                  <a:lnTo>
                    <a:pt x="1202819" y="1614987"/>
                  </a:lnTo>
                  <a:lnTo>
                    <a:pt x="1160671" y="1646314"/>
                  </a:lnTo>
                  <a:lnTo>
                    <a:pt x="1119485" y="1680027"/>
                  </a:lnTo>
                  <a:lnTo>
                    <a:pt x="1066659" y="1718834"/>
                  </a:lnTo>
                  <a:lnTo>
                    <a:pt x="1025759" y="1753258"/>
                  </a:lnTo>
                  <a:lnTo>
                    <a:pt x="973219" y="1792773"/>
                  </a:lnTo>
                  <a:lnTo>
                    <a:pt x="932603" y="1827902"/>
                  </a:lnTo>
                  <a:lnTo>
                    <a:pt x="880345" y="1868119"/>
                  </a:lnTo>
                  <a:lnTo>
                    <a:pt x="840010" y="1903947"/>
                  </a:lnTo>
                  <a:lnTo>
                    <a:pt x="799816" y="1940121"/>
                  </a:lnTo>
                  <a:lnTo>
                    <a:pt x="747977" y="1981378"/>
                  </a:lnTo>
                  <a:lnTo>
                    <a:pt x="708059" y="2018241"/>
                  </a:lnTo>
                  <a:lnTo>
                    <a:pt x="668280" y="2055446"/>
                  </a:lnTo>
                  <a:lnTo>
                    <a:pt x="628637" y="2092991"/>
                  </a:lnTo>
                  <a:lnTo>
                    <a:pt x="589131" y="2130875"/>
                  </a:lnTo>
                  <a:lnTo>
                    <a:pt x="549761" y="2169096"/>
                  </a:lnTo>
                  <a:lnTo>
                    <a:pt x="510526" y="2207652"/>
                  </a:lnTo>
                  <a:lnTo>
                    <a:pt x="471425" y="2246543"/>
                  </a:lnTo>
                  <a:lnTo>
                    <a:pt x="432458" y="2285765"/>
                  </a:lnTo>
                  <a:lnTo>
                    <a:pt x="393625" y="2325319"/>
                  </a:lnTo>
                  <a:lnTo>
                    <a:pt x="366707" y="2360463"/>
                  </a:lnTo>
                  <a:lnTo>
                    <a:pt x="328137" y="2400673"/>
                  </a:lnTo>
                  <a:lnTo>
                    <a:pt x="301483" y="2436471"/>
                  </a:lnTo>
                  <a:lnTo>
                    <a:pt x="263175" y="2477331"/>
                  </a:lnTo>
                  <a:lnTo>
                    <a:pt x="245588" y="2501648"/>
                  </a:lnTo>
                  <a:lnTo>
                    <a:pt x="0" y="2503789"/>
                  </a:lnTo>
                  <a:close/>
                </a:path>
                <a:path w="7389494" h="2503804">
                  <a:moveTo>
                    <a:pt x="5421690" y="2503244"/>
                  </a:moveTo>
                  <a:lnTo>
                    <a:pt x="5410897" y="2476450"/>
                  </a:lnTo>
                  <a:lnTo>
                    <a:pt x="5410481" y="2441428"/>
                  </a:lnTo>
                  <a:lnTo>
                    <a:pt x="5397824" y="2410009"/>
                  </a:lnTo>
                  <a:lnTo>
                    <a:pt x="5396489" y="2372704"/>
                  </a:lnTo>
                  <a:lnTo>
                    <a:pt x="5394686" y="2334239"/>
                  </a:lnTo>
                  <a:lnTo>
                    <a:pt x="5380628" y="2299342"/>
                  </a:lnTo>
                  <a:lnTo>
                    <a:pt x="5377878" y="2258524"/>
                  </a:lnTo>
                  <a:lnTo>
                    <a:pt x="5370928" y="2173295"/>
                  </a:lnTo>
                  <a:lnTo>
                    <a:pt x="5362018" y="2083197"/>
                  </a:lnTo>
                  <a:lnTo>
                    <a:pt x="5351108" y="1988135"/>
                  </a:lnTo>
                  <a:lnTo>
                    <a:pt x="5356674" y="1933977"/>
                  </a:lnTo>
                  <a:lnTo>
                    <a:pt x="5342695" y="1831296"/>
                  </a:lnTo>
                  <a:lnTo>
                    <a:pt x="5346706" y="1773275"/>
                  </a:lnTo>
                  <a:lnTo>
                    <a:pt x="5338406" y="1718682"/>
                  </a:lnTo>
                  <a:lnTo>
                    <a:pt x="5341357" y="1658028"/>
                  </a:lnTo>
                  <a:lnTo>
                    <a:pt x="5343770" y="1596041"/>
                  </a:lnTo>
                  <a:lnTo>
                    <a:pt x="5345641" y="1532708"/>
                  </a:lnTo>
                  <a:lnTo>
                    <a:pt x="5346965" y="1468017"/>
                  </a:lnTo>
                  <a:lnTo>
                    <a:pt x="5347955" y="1334518"/>
                  </a:lnTo>
                  <a:lnTo>
                    <a:pt x="5346701" y="1195451"/>
                  </a:lnTo>
                  <a:lnTo>
                    <a:pt x="5357005" y="1119062"/>
                  </a:lnTo>
                  <a:lnTo>
                    <a:pt x="5352316" y="971466"/>
                  </a:lnTo>
                  <a:lnTo>
                    <a:pt x="5354582" y="909114"/>
                  </a:lnTo>
                  <a:lnTo>
                    <a:pt x="5357422" y="848186"/>
                  </a:lnTo>
                  <a:lnTo>
                    <a:pt x="5349048" y="793408"/>
                  </a:lnTo>
                  <a:lnTo>
                    <a:pt x="5333986" y="688039"/>
                  </a:lnTo>
                  <a:lnTo>
                    <a:pt x="5542840" y="1206511"/>
                  </a:lnTo>
                  <a:lnTo>
                    <a:pt x="5544027" y="1277436"/>
                  </a:lnTo>
                  <a:lnTo>
                    <a:pt x="5532817" y="1351573"/>
                  </a:lnTo>
                  <a:lnTo>
                    <a:pt x="5532781" y="1419461"/>
                  </a:lnTo>
                  <a:lnTo>
                    <a:pt x="5532142" y="1485853"/>
                  </a:lnTo>
                  <a:lnTo>
                    <a:pt x="5530905" y="1550761"/>
                  </a:lnTo>
                  <a:lnTo>
                    <a:pt x="5529077" y="1614200"/>
                  </a:lnTo>
                  <a:lnTo>
                    <a:pt x="5538446" y="1671447"/>
                  </a:lnTo>
                  <a:lnTo>
                    <a:pt x="5535451" y="1731992"/>
                  </a:lnTo>
                  <a:lnTo>
                    <a:pt x="5531882" y="1791110"/>
                  </a:lnTo>
                  <a:lnTo>
                    <a:pt x="5546610" y="1895649"/>
                  </a:lnTo>
                  <a:lnTo>
                    <a:pt x="5541352" y="1950573"/>
                  </a:lnTo>
                  <a:lnTo>
                    <a:pt x="5552752" y="2046852"/>
                  </a:lnTo>
                  <a:lnTo>
                    <a:pt x="5561991" y="2137766"/>
                  </a:lnTo>
                  <a:lnTo>
                    <a:pt x="5565815" y="2181246"/>
                  </a:lnTo>
                  <a:lnTo>
                    <a:pt x="5569115" y="2223428"/>
                  </a:lnTo>
                  <a:lnTo>
                    <a:pt x="5571898" y="2264326"/>
                  </a:lnTo>
                  <a:lnTo>
                    <a:pt x="5574169" y="2303953"/>
                  </a:lnTo>
                  <a:lnTo>
                    <a:pt x="5587718" y="2337586"/>
                  </a:lnTo>
                  <a:lnTo>
                    <a:pt x="5588982" y="2374715"/>
                  </a:lnTo>
                  <a:lnTo>
                    <a:pt x="5601536" y="2405878"/>
                  </a:lnTo>
                  <a:lnTo>
                    <a:pt x="5601817" y="2440565"/>
                  </a:lnTo>
                  <a:lnTo>
                    <a:pt x="5626226" y="2501160"/>
                  </a:lnTo>
                  <a:lnTo>
                    <a:pt x="5421690" y="2503244"/>
                  </a:lnTo>
                  <a:close/>
                </a:path>
              </a:pathLst>
            </a:custGeom>
            <a:solidFill>
              <a:srgbClr val="2820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6364" rIns="0" bIns="0" rtlCol="0" vert="horz">
            <a:spAutoFit/>
          </a:bodyPr>
          <a:lstStyle/>
          <a:p>
            <a:pPr marL="1035050">
              <a:lnSpc>
                <a:spcPct val="100000"/>
              </a:lnSpc>
              <a:spcBef>
                <a:spcPts val="114"/>
              </a:spcBef>
            </a:pPr>
            <a:r>
              <a:rPr dirty="0"/>
              <a:t>STEPS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10"/>
              <a:t> 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3872" y="2705005"/>
            <a:ext cx="8300720" cy="526415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525780" indent="-32321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Import</a:t>
            </a:r>
            <a:r>
              <a:rPr dirty="0" sz="30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SQL</a:t>
            </a:r>
            <a:r>
              <a:rPr dirty="0" sz="3000" spc="-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Server</a:t>
            </a:r>
            <a:r>
              <a:rPr dirty="0" sz="30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dirty="0" sz="30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Studio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Connecting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BI</a:t>
            </a:r>
            <a:r>
              <a:rPr dirty="0" sz="3000" spc="6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SQL</a:t>
            </a:r>
            <a:r>
              <a:rPr dirty="0" sz="3000" spc="-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Studio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Cleaning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Proccessing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30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0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Visualization</a:t>
            </a:r>
            <a:endParaRPr sz="3000">
              <a:latin typeface="Times New Roman"/>
              <a:cs typeface="Times New Roman"/>
            </a:endParaRPr>
          </a:p>
          <a:p>
            <a:pPr marL="525780" indent="-32321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780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Creating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Dashboard</a:t>
            </a:r>
            <a:endParaRPr sz="3000">
              <a:latin typeface="Times New Roman"/>
              <a:cs typeface="Times New Roman"/>
            </a:endParaRPr>
          </a:p>
          <a:p>
            <a:pPr marL="525145" indent="-512445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525145" algn="l"/>
              </a:tabLst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Generating</a:t>
            </a:r>
            <a:r>
              <a:rPr dirty="0" sz="3000" spc="-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79992" y="7805408"/>
            <a:ext cx="7608570" cy="2482215"/>
            <a:chOff x="10679992" y="7805408"/>
            <a:chExt cx="7608570" cy="2482215"/>
          </a:xfrm>
        </p:grpSpPr>
        <p:sp>
          <p:nvSpPr>
            <p:cNvPr id="3" name="object 3"/>
            <p:cNvSpPr/>
            <p:nvPr/>
          </p:nvSpPr>
          <p:spPr>
            <a:xfrm>
              <a:off x="10936719" y="7883168"/>
              <a:ext cx="7351395" cy="2404110"/>
            </a:xfrm>
            <a:custGeom>
              <a:avLst/>
              <a:gdLst/>
              <a:ahLst/>
              <a:cxnLst/>
              <a:rect l="l" t="t" r="r" b="b"/>
              <a:pathLst>
                <a:path w="7351394" h="2404109">
                  <a:moveTo>
                    <a:pt x="5374151" y="2403830"/>
                  </a:moveTo>
                  <a:lnTo>
                    <a:pt x="5001823" y="1478686"/>
                  </a:lnTo>
                  <a:lnTo>
                    <a:pt x="5402895" y="2297777"/>
                  </a:lnTo>
                  <a:lnTo>
                    <a:pt x="6161675" y="1672797"/>
                  </a:lnTo>
                  <a:lnTo>
                    <a:pt x="6896690" y="581090"/>
                  </a:lnTo>
                  <a:lnTo>
                    <a:pt x="7226467" y="0"/>
                  </a:lnTo>
                  <a:lnTo>
                    <a:pt x="7351279" y="310127"/>
                  </a:lnTo>
                  <a:lnTo>
                    <a:pt x="7351279" y="2403830"/>
                  </a:lnTo>
                  <a:lnTo>
                    <a:pt x="5374151" y="2403830"/>
                  </a:lnTo>
                  <a:close/>
                </a:path>
                <a:path w="7351394" h="2404109">
                  <a:moveTo>
                    <a:pt x="0" y="2403830"/>
                  </a:moveTo>
                  <a:lnTo>
                    <a:pt x="38547" y="2371367"/>
                  </a:lnTo>
                  <a:lnTo>
                    <a:pt x="95622" y="2324197"/>
                  </a:lnTo>
                  <a:lnTo>
                    <a:pt x="154581" y="2276450"/>
                  </a:lnTo>
                  <a:lnTo>
                    <a:pt x="184747" y="2252378"/>
                  </a:lnTo>
                  <a:lnTo>
                    <a:pt x="215357" y="2228184"/>
                  </a:lnTo>
                  <a:lnTo>
                    <a:pt x="246406" y="2203876"/>
                  </a:lnTo>
                  <a:lnTo>
                    <a:pt x="277882" y="2179461"/>
                  </a:lnTo>
                  <a:lnTo>
                    <a:pt x="309780" y="2154946"/>
                  </a:lnTo>
                  <a:lnTo>
                    <a:pt x="342089" y="2130340"/>
                  </a:lnTo>
                  <a:lnTo>
                    <a:pt x="374801" y="2105649"/>
                  </a:lnTo>
                  <a:lnTo>
                    <a:pt x="407909" y="2080881"/>
                  </a:lnTo>
                  <a:lnTo>
                    <a:pt x="441403" y="2056043"/>
                  </a:lnTo>
                  <a:lnTo>
                    <a:pt x="475275" y="2031144"/>
                  </a:lnTo>
                  <a:lnTo>
                    <a:pt x="509516" y="2006190"/>
                  </a:lnTo>
                  <a:lnTo>
                    <a:pt x="544119" y="1981189"/>
                  </a:lnTo>
                  <a:lnTo>
                    <a:pt x="579075" y="1956149"/>
                  </a:lnTo>
                  <a:lnTo>
                    <a:pt x="614374" y="1931077"/>
                  </a:lnTo>
                  <a:lnTo>
                    <a:pt x="650010" y="1905980"/>
                  </a:lnTo>
                  <a:lnTo>
                    <a:pt x="685973" y="1880866"/>
                  </a:lnTo>
                  <a:lnTo>
                    <a:pt x="722254" y="1855743"/>
                  </a:lnTo>
                  <a:lnTo>
                    <a:pt x="758847" y="1830618"/>
                  </a:lnTo>
                  <a:lnTo>
                    <a:pt x="795741" y="1805498"/>
                  </a:lnTo>
                  <a:lnTo>
                    <a:pt x="832929" y="1780392"/>
                  </a:lnTo>
                  <a:lnTo>
                    <a:pt x="870401" y="1755306"/>
                  </a:lnTo>
                  <a:lnTo>
                    <a:pt x="908151" y="1730247"/>
                  </a:lnTo>
                  <a:lnTo>
                    <a:pt x="946168" y="1705225"/>
                  </a:lnTo>
                  <a:lnTo>
                    <a:pt x="984445" y="1680246"/>
                  </a:lnTo>
                  <a:lnTo>
                    <a:pt x="1022974" y="1655317"/>
                  </a:lnTo>
                  <a:lnTo>
                    <a:pt x="1061745" y="1630446"/>
                  </a:lnTo>
                  <a:lnTo>
                    <a:pt x="1100751" y="1605640"/>
                  </a:lnTo>
                  <a:lnTo>
                    <a:pt x="1139982" y="1580908"/>
                  </a:lnTo>
                  <a:lnTo>
                    <a:pt x="1179431" y="1556256"/>
                  </a:lnTo>
                  <a:lnTo>
                    <a:pt x="1219089" y="1531692"/>
                  </a:lnTo>
                  <a:lnTo>
                    <a:pt x="1258948" y="1507224"/>
                  </a:lnTo>
                  <a:lnTo>
                    <a:pt x="1298998" y="1482859"/>
                  </a:lnTo>
                  <a:lnTo>
                    <a:pt x="1339232" y="1458604"/>
                  </a:lnTo>
                  <a:lnTo>
                    <a:pt x="1379642" y="1434467"/>
                  </a:lnTo>
                  <a:lnTo>
                    <a:pt x="1420218" y="1410456"/>
                  </a:lnTo>
                  <a:lnTo>
                    <a:pt x="1460952" y="1386578"/>
                  </a:lnTo>
                  <a:lnTo>
                    <a:pt x="1501836" y="1362840"/>
                  </a:lnTo>
                  <a:lnTo>
                    <a:pt x="1542862" y="1339251"/>
                  </a:lnTo>
                  <a:lnTo>
                    <a:pt x="1584020" y="1315817"/>
                  </a:lnTo>
                  <a:lnTo>
                    <a:pt x="1625303" y="1292546"/>
                  </a:lnTo>
                  <a:lnTo>
                    <a:pt x="1666701" y="1269445"/>
                  </a:lnTo>
                  <a:lnTo>
                    <a:pt x="1708208" y="1246523"/>
                  </a:lnTo>
                  <a:lnTo>
                    <a:pt x="1749813" y="1223786"/>
                  </a:lnTo>
                  <a:lnTo>
                    <a:pt x="1791509" y="1201242"/>
                  </a:lnTo>
                  <a:lnTo>
                    <a:pt x="1833287" y="1178898"/>
                  </a:lnTo>
                  <a:lnTo>
                    <a:pt x="1875139" y="1156763"/>
                  </a:lnTo>
                  <a:lnTo>
                    <a:pt x="1917056" y="1134843"/>
                  </a:lnTo>
                  <a:lnTo>
                    <a:pt x="1959030" y="1113146"/>
                  </a:lnTo>
                  <a:lnTo>
                    <a:pt x="2001053" y="1091679"/>
                  </a:lnTo>
                  <a:lnTo>
                    <a:pt x="2043115" y="1070451"/>
                  </a:lnTo>
                  <a:lnTo>
                    <a:pt x="2085208" y="1049468"/>
                  </a:lnTo>
                  <a:lnTo>
                    <a:pt x="2127325" y="1028738"/>
                  </a:lnTo>
                  <a:lnTo>
                    <a:pt x="2169456" y="1008269"/>
                  </a:lnTo>
                  <a:lnTo>
                    <a:pt x="2211594" y="988068"/>
                  </a:lnTo>
                  <a:lnTo>
                    <a:pt x="2253728" y="968142"/>
                  </a:lnTo>
                  <a:lnTo>
                    <a:pt x="2295853" y="948499"/>
                  </a:lnTo>
                  <a:lnTo>
                    <a:pt x="2337957" y="929147"/>
                  </a:lnTo>
                  <a:lnTo>
                    <a:pt x="2380034" y="910092"/>
                  </a:lnTo>
                  <a:lnTo>
                    <a:pt x="2422075" y="891344"/>
                  </a:lnTo>
                  <a:lnTo>
                    <a:pt x="2464072" y="872908"/>
                  </a:lnTo>
                  <a:lnTo>
                    <a:pt x="2506015" y="854793"/>
                  </a:lnTo>
                  <a:lnTo>
                    <a:pt x="2547896" y="837005"/>
                  </a:lnTo>
                  <a:lnTo>
                    <a:pt x="2589708" y="819554"/>
                  </a:lnTo>
                  <a:lnTo>
                    <a:pt x="2631441" y="802445"/>
                  </a:lnTo>
                  <a:lnTo>
                    <a:pt x="2673087" y="785687"/>
                  </a:lnTo>
                  <a:lnTo>
                    <a:pt x="2714638" y="769286"/>
                  </a:lnTo>
                  <a:lnTo>
                    <a:pt x="2756085" y="753252"/>
                  </a:lnTo>
                  <a:lnTo>
                    <a:pt x="2797420" y="737590"/>
                  </a:lnTo>
                  <a:lnTo>
                    <a:pt x="2838634" y="722309"/>
                  </a:lnTo>
                  <a:lnTo>
                    <a:pt x="2879719" y="707416"/>
                  </a:lnTo>
                  <a:lnTo>
                    <a:pt x="2920666" y="692918"/>
                  </a:lnTo>
                  <a:lnTo>
                    <a:pt x="2961467" y="678823"/>
                  </a:lnTo>
                  <a:lnTo>
                    <a:pt x="3002114" y="665139"/>
                  </a:lnTo>
                  <a:lnTo>
                    <a:pt x="3042598" y="651873"/>
                  </a:lnTo>
                  <a:lnTo>
                    <a:pt x="3082910" y="639032"/>
                  </a:lnTo>
                  <a:lnTo>
                    <a:pt x="3123042" y="626625"/>
                  </a:lnTo>
                  <a:lnTo>
                    <a:pt x="3162986" y="614657"/>
                  </a:lnTo>
                  <a:lnTo>
                    <a:pt x="3202733" y="603138"/>
                  </a:lnTo>
                  <a:lnTo>
                    <a:pt x="3242275" y="592074"/>
                  </a:lnTo>
                  <a:lnTo>
                    <a:pt x="3281603" y="581474"/>
                  </a:lnTo>
                  <a:lnTo>
                    <a:pt x="3320709" y="571344"/>
                  </a:lnTo>
                  <a:lnTo>
                    <a:pt x="3359584" y="561691"/>
                  </a:lnTo>
                  <a:lnTo>
                    <a:pt x="3398220" y="552525"/>
                  </a:lnTo>
                  <a:lnTo>
                    <a:pt x="3436609" y="543851"/>
                  </a:lnTo>
                  <a:lnTo>
                    <a:pt x="3474742" y="535678"/>
                  </a:lnTo>
                  <a:lnTo>
                    <a:pt x="3512610" y="528013"/>
                  </a:lnTo>
                  <a:lnTo>
                    <a:pt x="3550205" y="520863"/>
                  </a:lnTo>
                  <a:lnTo>
                    <a:pt x="3624544" y="508140"/>
                  </a:lnTo>
                  <a:lnTo>
                    <a:pt x="3697689" y="497569"/>
                  </a:lnTo>
                  <a:lnTo>
                    <a:pt x="3769573" y="489210"/>
                  </a:lnTo>
                  <a:lnTo>
                    <a:pt x="3840129" y="483123"/>
                  </a:lnTo>
                  <a:lnTo>
                    <a:pt x="3909290" y="479368"/>
                  </a:lnTo>
                  <a:lnTo>
                    <a:pt x="3976986" y="478005"/>
                  </a:lnTo>
                  <a:lnTo>
                    <a:pt x="4010265" y="478239"/>
                  </a:lnTo>
                  <a:lnTo>
                    <a:pt x="4075639" y="480576"/>
                  </a:lnTo>
                  <a:lnTo>
                    <a:pt x="4139381" y="485456"/>
                  </a:lnTo>
                  <a:lnTo>
                    <a:pt x="4201423" y="492937"/>
                  </a:lnTo>
                  <a:lnTo>
                    <a:pt x="4261696" y="503080"/>
                  </a:lnTo>
                  <a:lnTo>
                    <a:pt x="4320134" y="515945"/>
                  </a:lnTo>
                  <a:lnTo>
                    <a:pt x="4376669" y="531592"/>
                  </a:lnTo>
                  <a:lnTo>
                    <a:pt x="4431233" y="550081"/>
                  </a:lnTo>
                  <a:lnTo>
                    <a:pt x="4483759" y="571472"/>
                  </a:lnTo>
                  <a:lnTo>
                    <a:pt x="4534179" y="595824"/>
                  </a:lnTo>
                  <a:lnTo>
                    <a:pt x="4582424" y="623199"/>
                  </a:lnTo>
                  <a:lnTo>
                    <a:pt x="4628429" y="653656"/>
                  </a:lnTo>
                  <a:lnTo>
                    <a:pt x="4672125" y="687254"/>
                  </a:lnTo>
                  <a:lnTo>
                    <a:pt x="4713444" y="724055"/>
                  </a:lnTo>
                  <a:lnTo>
                    <a:pt x="4752318" y="764117"/>
                  </a:lnTo>
                  <a:lnTo>
                    <a:pt x="4788681" y="807501"/>
                  </a:lnTo>
                  <a:lnTo>
                    <a:pt x="4822464" y="854267"/>
                  </a:lnTo>
                  <a:lnTo>
                    <a:pt x="4853601" y="904475"/>
                  </a:lnTo>
                  <a:lnTo>
                    <a:pt x="4882022" y="958185"/>
                  </a:lnTo>
                  <a:lnTo>
                    <a:pt x="4907661" y="1015456"/>
                  </a:lnTo>
                  <a:lnTo>
                    <a:pt x="4930450" y="1076350"/>
                  </a:lnTo>
                  <a:lnTo>
                    <a:pt x="4950321" y="1140925"/>
                  </a:lnTo>
                  <a:lnTo>
                    <a:pt x="4967207" y="1209243"/>
                  </a:lnTo>
                  <a:lnTo>
                    <a:pt x="4981041" y="1281362"/>
                  </a:lnTo>
                  <a:lnTo>
                    <a:pt x="4991753" y="1357343"/>
                  </a:lnTo>
                  <a:lnTo>
                    <a:pt x="4995873" y="1396376"/>
                  </a:lnTo>
                  <a:lnTo>
                    <a:pt x="4999278" y="1437246"/>
                  </a:lnTo>
                  <a:lnTo>
                    <a:pt x="5001823" y="1478686"/>
                  </a:lnTo>
                  <a:lnTo>
                    <a:pt x="5374151" y="2403830"/>
                  </a:lnTo>
                  <a:lnTo>
                    <a:pt x="0" y="2403830"/>
                  </a:lnTo>
                  <a:close/>
                </a:path>
              </a:pathLst>
            </a:custGeom>
            <a:solidFill>
              <a:srgbClr val="3C3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79992" y="7805408"/>
              <a:ext cx="7502525" cy="2480310"/>
            </a:xfrm>
            <a:custGeom>
              <a:avLst/>
              <a:gdLst/>
              <a:ahLst/>
              <a:cxnLst/>
              <a:rect l="l" t="t" r="r" b="b"/>
              <a:pathLst>
                <a:path w="7502525" h="2480309">
                  <a:moveTo>
                    <a:pt x="6079048" y="2478426"/>
                  </a:moveTo>
                  <a:lnTo>
                    <a:pt x="6095924" y="2452342"/>
                  </a:lnTo>
                  <a:lnTo>
                    <a:pt x="6132356" y="2406826"/>
                  </a:lnTo>
                  <a:lnTo>
                    <a:pt x="6156408" y="2364567"/>
                  </a:lnTo>
                  <a:lnTo>
                    <a:pt x="6191681" y="2316176"/>
                  </a:lnTo>
                  <a:lnTo>
                    <a:pt x="6226428" y="2266476"/>
                  </a:lnTo>
                  <a:lnTo>
                    <a:pt x="6260681" y="2215552"/>
                  </a:lnTo>
                  <a:lnTo>
                    <a:pt x="6643564" y="1534569"/>
                  </a:lnTo>
                  <a:lnTo>
                    <a:pt x="6977663" y="834451"/>
                  </a:lnTo>
                  <a:lnTo>
                    <a:pt x="7221727" y="284704"/>
                  </a:lnTo>
                  <a:lnTo>
                    <a:pt x="7310940" y="64313"/>
                  </a:lnTo>
                  <a:lnTo>
                    <a:pt x="7338130" y="29846"/>
                  </a:lnTo>
                  <a:lnTo>
                    <a:pt x="7370558" y="8379"/>
                  </a:lnTo>
                  <a:lnTo>
                    <a:pt x="7408258" y="0"/>
                  </a:lnTo>
                  <a:lnTo>
                    <a:pt x="7439481" y="9532"/>
                  </a:lnTo>
                  <a:lnTo>
                    <a:pt x="7474793" y="29215"/>
                  </a:lnTo>
                  <a:lnTo>
                    <a:pt x="7501908" y="96527"/>
                  </a:lnTo>
                  <a:lnTo>
                    <a:pt x="7490422" y="135991"/>
                  </a:lnTo>
                  <a:lnTo>
                    <a:pt x="7402131" y="358670"/>
                  </a:lnTo>
                  <a:lnTo>
                    <a:pt x="7160329" y="914033"/>
                  </a:lnTo>
                  <a:lnTo>
                    <a:pt x="6817297" y="1625965"/>
                  </a:lnTo>
                  <a:lnTo>
                    <a:pt x="6425316" y="2318350"/>
                  </a:lnTo>
                  <a:lnTo>
                    <a:pt x="6391090" y="2369340"/>
                  </a:lnTo>
                  <a:lnTo>
                    <a:pt x="6356390" y="2419156"/>
                  </a:lnTo>
                  <a:lnTo>
                    <a:pt x="6321192" y="2467734"/>
                  </a:lnTo>
                  <a:lnTo>
                    <a:pt x="6312556" y="2480285"/>
                  </a:lnTo>
                  <a:lnTo>
                    <a:pt x="6079048" y="2478426"/>
                  </a:lnTo>
                  <a:close/>
                </a:path>
                <a:path w="7502525" h="2480309">
                  <a:moveTo>
                    <a:pt x="0" y="2478582"/>
                  </a:moveTo>
                  <a:lnTo>
                    <a:pt x="8355" y="2465335"/>
                  </a:lnTo>
                  <a:lnTo>
                    <a:pt x="46577" y="2424264"/>
                  </a:lnTo>
                  <a:lnTo>
                    <a:pt x="73135" y="2388225"/>
                  </a:lnTo>
                  <a:lnTo>
                    <a:pt x="99812" y="2352484"/>
                  </a:lnTo>
                  <a:lnTo>
                    <a:pt x="138394" y="2312306"/>
                  </a:lnTo>
                  <a:lnTo>
                    <a:pt x="177099" y="2272432"/>
                  </a:lnTo>
                  <a:lnTo>
                    <a:pt x="204143" y="2237602"/>
                  </a:lnTo>
                  <a:lnTo>
                    <a:pt x="243096" y="2198344"/>
                  </a:lnTo>
                  <a:lnTo>
                    <a:pt x="282175" y="2159399"/>
                  </a:lnTo>
                  <a:lnTo>
                    <a:pt x="321381" y="2120770"/>
                  </a:lnTo>
                  <a:lnTo>
                    <a:pt x="360715" y="2082460"/>
                  </a:lnTo>
                  <a:lnTo>
                    <a:pt x="400179" y="2044471"/>
                  </a:lnTo>
                  <a:lnTo>
                    <a:pt x="439773" y="2006807"/>
                  </a:lnTo>
                  <a:lnTo>
                    <a:pt x="479500" y="1969471"/>
                  </a:lnTo>
                  <a:lnTo>
                    <a:pt x="519360" y="1932465"/>
                  </a:lnTo>
                  <a:lnTo>
                    <a:pt x="559354" y="1895792"/>
                  </a:lnTo>
                  <a:lnTo>
                    <a:pt x="611267" y="1854719"/>
                  </a:lnTo>
                  <a:lnTo>
                    <a:pt x="651533" y="1818723"/>
                  </a:lnTo>
                  <a:lnTo>
                    <a:pt x="691938" y="1783069"/>
                  </a:lnTo>
                  <a:lnTo>
                    <a:pt x="732482" y="1747761"/>
                  </a:lnTo>
                  <a:lnTo>
                    <a:pt x="784949" y="1708064"/>
                  </a:lnTo>
                  <a:lnTo>
                    <a:pt x="825775" y="1673456"/>
                  </a:lnTo>
                  <a:lnTo>
                    <a:pt x="878526" y="1634464"/>
                  </a:lnTo>
                  <a:lnTo>
                    <a:pt x="919639" y="1600568"/>
                  </a:lnTo>
                  <a:lnTo>
                    <a:pt x="972679" y="1562294"/>
                  </a:lnTo>
                  <a:lnTo>
                    <a:pt x="1014814" y="1530934"/>
                  </a:lnTo>
                  <a:lnTo>
                    <a:pt x="1057057" y="1499846"/>
                  </a:lnTo>
                  <a:lnTo>
                    <a:pt x="1099410" y="1469030"/>
                  </a:lnTo>
                  <a:lnTo>
                    <a:pt x="1141874" y="1438488"/>
                  </a:lnTo>
                  <a:lnTo>
                    <a:pt x="1184449" y="1408222"/>
                  </a:lnTo>
                  <a:lnTo>
                    <a:pt x="1227135" y="1378233"/>
                  </a:lnTo>
                  <a:lnTo>
                    <a:pt x="1269934" y="1348522"/>
                  </a:lnTo>
                  <a:lnTo>
                    <a:pt x="1312845" y="1319091"/>
                  </a:lnTo>
                  <a:lnTo>
                    <a:pt x="1355869" y="1289942"/>
                  </a:lnTo>
                  <a:lnTo>
                    <a:pt x="1399008" y="1261075"/>
                  </a:lnTo>
                  <a:lnTo>
                    <a:pt x="1454044" y="1227754"/>
                  </a:lnTo>
                  <a:lnTo>
                    <a:pt x="1497411" y="1199456"/>
                  </a:lnTo>
                  <a:lnTo>
                    <a:pt x="1540895" y="1171445"/>
                  </a:lnTo>
                  <a:lnTo>
                    <a:pt x="1584494" y="1143723"/>
                  </a:lnTo>
                  <a:lnTo>
                    <a:pt x="1628210" y="1116290"/>
                  </a:lnTo>
                  <a:lnTo>
                    <a:pt x="1683827" y="1084411"/>
                  </a:lnTo>
                  <a:lnTo>
                    <a:pt x="1727778" y="1057562"/>
                  </a:lnTo>
                  <a:lnTo>
                    <a:pt x="1771847" y="1031006"/>
                  </a:lnTo>
                  <a:lnTo>
                    <a:pt x="1816036" y="1004746"/>
                  </a:lnTo>
                  <a:lnTo>
                    <a:pt x="1872127" y="974046"/>
                  </a:lnTo>
                  <a:lnTo>
                    <a:pt x="1916555" y="948380"/>
                  </a:lnTo>
                  <a:lnTo>
                    <a:pt x="1961104" y="923015"/>
                  </a:lnTo>
                  <a:lnTo>
                    <a:pt x="2005774" y="897951"/>
                  </a:lnTo>
                  <a:lnTo>
                    <a:pt x="2050566" y="873188"/>
                  </a:lnTo>
                  <a:lnTo>
                    <a:pt x="2107264" y="843992"/>
                  </a:lnTo>
                  <a:lnTo>
                    <a:pt x="2152301" y="819839"/>
                  </a:lnTo>
                  <a:lnTo>
                    <a:pt x="2197462" y="795993"/>
                  </a:lnTo>
                  <a:lnTo>
                    <a:pt x="2242747" y="772455"/>
                  </a:lnTo>
                  <a:lnTo>
                    <a:pt x="2299939" y="744488"/>
                  </a:lnTo>
                  <a:lnTo>
                    <a:pt x="2345474" y="721570"/>
                  </a:lnTo>
                  <a:lnTo>
                    <a:pt x="2391135" y="698964"/>
                  </a:lnTo>
                  <a:lnTo>
                    <a:pt x="2436922" y="676672"/>
                  </a:lnTo>
                  <a:lnTo>
                    <a:pt x="2482835" y="654695"/>
                  </a:lnTo>
                  <a:lnTo>
                    <a:pt x="2540660" y="628296"/>
                  </a:lnTo>
                  <a:lnTo>
                    <a:pt x="2586829" y="606954"/>
                  </a:lnTo>
                  <a:lnTo>
                    <a:pt x="2633127" y="585931"/>
                  </a:lnTo>
                  <a:lnTo>
                    <a:pt x="2679555" y="565228"/>
                  </a:lnTo>
                  <a:lnTo>
                    <a:pt x="2726111" y="544848"/>
                  </a:lnTo>
                  <a:lnTo>
                    <a:pt x="2772799" y="524791"/>
                  </a:lnTo>
                  <a:lnTo>
                    <a:pt x="2819617" y="505059"/>
                  </a:lnTo>
                  <a:lnTo>
                    <a:pt x="2866567" y="485654"/>
                  </a:lnTo>
                  <a:lnTo>
                    <a:pt x="2913649" y="466576"/>
                  </a:lnTo>
                  <a:lnTo>
                    <a:pt x="2960863" y="447827"/>
                  </a:lnTo>
                  <a:lnTo>
                    <a:pt x="3008211" y="429410"/>
                  </a:lnTo>
                  <a:lnTo>
                    <a:pt x="3055692" y="411324"/>
                  </a:lnTo>
                  <a:lnTo>
                    <a:pt x="3103308" y="393572"/>
                  </a:lnTo>
                  <a:lnTo>
                    <a:pt x="3151058" y="376154"/>
                  </a:lnTo>
                  <a:lnTo>
                    <a:pt x="3198944" y="359073"/>
                  </a:lnTo>
                  <a:lnTo>
                    <a:pt x="3246966" y="342329"/>
                  </a:lnTo>
                  <a:lnTo>
                    <a:pt x="3295125" y="325925"/>
                  </a:lnTo>
                  <a:lnTo>
                    <a:pt x="3343420" y="309861"/>
                  </a:lnTo>
                  <a:lnTo>
                    <a:pt x="3391854" y="294139"/>
                  </a:lnTo>
                  <a:lnTo>
                    <a:pt x="3428643" y="283498"/>
                  </a:lnTo>
                  <a:lnTo>
                    <a:pt x="3477353" y="268464"/>
                  </a:lnTo>
                  <a:lnTo>
                    <a:pt x="3526203" y="253777"/>
                  </a:lnTo>
                  <a:lnTo>
                    <a:pt x="3575194" y="239436"/>
                  </a:lnTo>
                  <a:lnTo>
                    <a:pt x="3612541" y="230183"/>
                  </a:lnTo>
                  <a:lnTo>
                    <a:pt x="3661813" y="216542"/>
                  </a:lnTo>
                  <a:lnTo>
                    <a:pt x="3699443" y="207991"/>
                  </a:lnTo>
                  <a:lnTo>
                    <a:pt x="3748999" y="195055"/>
                  </a:lnTo>
                  <a:lnTo>
                    <a:pt x="3786915" y="187212"/>
                  </a:lnTo>
                  <a:lnTo>
                    <a:pt x="3836757" y="174986"/>
                  </a:lnTo>
                  <a:lnTo>
                    <a:pt x="3874960" y="167857"/>
                  </a:lnTo>
                  <a:lnTo>
                    <a:pt x="3925091" y="156348"/>
                  </a:lnTo>
                  <a:lnTo>
                    <a:pt x="3963583" y="149937"/>
                  </a:lnTo>
                  <a:lnTo>
                    <a:pt x="4002222" y="143888"/>
                  </a:lnTo>
                  <a:lnTo>
                    <a:pt x="4041006" y="138202"/>
                  </a:lnTo>
                  <a:lnTo>
                    <a:pt x="4091721" y="128142"/>
                  </a:lnTo>
                  <a:lnTo>
                    <a:pt x="4130800" y="123187"/>
                  </a:lnTo>
                  <a:lnTo>
                    <a:pt x="4170026" y="118599"/>
                  </a:lnTo>
                  <a:lnTo>
                    <a:pt x="4209402" y="114379"/>
                  </a:lnTo>
                  <a:lnTo>
                    <a:pt x="4248926" y="110530"/>
                  </a:lnTo>
                  <a:lnTo>
                    <a:pt x="4288600" y="107052"/>
                  </a:lnTo>
                  <a:lnTo>
                    <a:pt x="4342627" y="105214"/>
                  </a:lnTo>
                  <a:lnTo>
                    <a:pt x="4397016" y="104276"/>
                  </a:lnTo>
                  <a:lnTo>
                    <a:pt x="4463549" y="99496"/>
                  </a:lnTo>
                  <a:lnTo>
                    <a:pt x="4518658" y="100346"/>
                  </a:lnTo>
                  <a:lnTo>
                    <a:pt x="4562342" y="106824"/>
                  </a:lnTo>
                  <a:lnTo>
                    <a:pt x="4618167" y="109450"/>
                  </a:lnTo>
                  <a:lnTo>
                    <a:pt x="4674348" y="112960"/>
                  </a:lnTo>
                  <a:lnTo>
                    <a:pt x="4719099" y="122086"/>
                  </a:lnTo>
                  <a:lnTo>
                    <a:pt x="4775987" y="127352"/>
                  </a:lnTo>
                  <a:lnTo>
                    <a:pt x="4821444" y="138229"/>
                  </a:lnTo>
                  <a:lnTo>
                    <a:pt x="4867251" y="149976"/>
                  </a:lnTo>
                  <a:lnTo>
                    <a:pt x="4913407" y="162590"/>
                  </a:lnTo>
                  <a:lnTo>
                    <a:pt x="4948128" y="180805"/>
                  </a:lnTo>
                  <a:lnTo>
                    <a:pt x="4994979" y="195142"/>
                  </a:lnTo>
                  <a:lnTo>
                    <a:pt x="5030391" y="215075"/>
                  </a:lnTo>
                  <a:lnTo>
                    <a:pt x="5077931" y="231123"/>
                  </a:lnTo>
                  <a:lnTo>
                    <a:pt x="5114030" y="252760"/>
                  </a:lnTo>
                  <a:lnTo>
                    <a:pt x="5150471" y="275244"/>
                  </a:lnTo>
                  <a:lnTo>
                    <a:pt x="5175469" y="303311"/>
                  </a:lnTo>
                  <a:lnTo>
                    <a:pt x="5212588" y="327480"/>
                  </a:lnTo>
                  <a:lnTo>
                    <a:pt x="5238262" y="357224"/>
                  </a:lnTo>
                  <a:lnTo>
                    <a:pt x="5276055" y="383066"/>
                  </a:lnTo>
                  <a:lnTo>
                    <a:pt x="5331453" y="452611"/>
                  </a:lnTo>
                  <a:lnTo>
                    <a:pt x="5348005" y="493700"/>
                  </a:lnTo>
                  <a:lnTo>
                    <a:pt x="5376766" y="531109"/>
                  </a:lnTo>
                  <a:lnTo>
                    <a:pt x="5448969" y="710350"/>
                  </a:lnTo>
                  <a:lnTo>
                    <a:pt x="5472321" y="870287"/>
                  </a:lnTo>
                  <a:lnTo>
                    <a:pt x="5469196" y="930509"/>
                  </a:lnTo>
                  <a:lnTo>
                    <a:pt x="5478295" y="987085"/>
                  </a:lnTo>
                  <a:lnTo>
                    <a:pt x="5476052" y="1049495"/>
                  </a:lnTo>
                  <a:lnTo>
                    <a:pt x="5467334" y="1129819"/>
                  </a:lnTo>
                  <a:lnTo>
                    <a:pt x="5469767" y="1203837"/>
                  </a:lnTo>
                  <a:lnTo>
                    <a:pt x="5463117" y="1255306"/>
                  </a:lnTo>
                  <a:lnTo>
                    <a:pt x="5208917" y="624268"/>
                  </a:lnTo>
                  <a:lnTo>
                    <a:pt x="5152184" y="551409"/>
                  </a:lnTo>
                  <a:lnTo>
                    <a:pt x="5124613" y="516954"/>
                  </a:lnTo>
                  <a:lnTo>
                    <a:pt x="5098371" y="485798"/>
                  </a:lnTo>
                  <a:lnTo>
                    <a:pt x="5072634" y="455897"/>
                  </a:lnTo>
                  <a:lnTo>
                    <a:pt x="5035611" y="431967"/>
                  </a:lnTo>
                  <a:lnTo>
                    <a:pt x="4999077" y="409250"/>
                  </a:lnTo>
                  <a:lnTo>
                    <a:pt x="4963022" y="387723"/>
                  </a:lnTo>
                  <a:lnTo>
                    <a:pt x="4915655" y="372103"/>
                  </a:lnTo>
                  <a:lnTo>
                    <a:pt x="4880533" y="352893"/>
                  </a:lnTo>
                  <a:lnTo>
                    <a:pt x="4834081" y="339546"/>
                  </a:lnTo>
                  <a:lnTo>
                    <a:pt x="4788075" y="327305"/>
                  </a:lnTo>
                  <a:lnTo>
                    <a:pt x="4742505" y="316146"/>
                  </a:lnTo>
                  <a:lnTo>
                    <a:pt x="4685579" y="310786"/>
                  </a:lnTo>
                  <a:lnTo>
                    <a:pt x="4640856" y="301729"/>
                  </a:lnTo>
                  <a:lnTo>
                    <a:pt x="4584759" y="298428"/>
                  </a:lnTo>
                  <a:lnTo>
                    <a:pt x="4529064" y="296124"/>
                  </a:lnTo>
                  <a:lnTo>
                    <a:pt x="4473762" y="294796"/>
                  </a:lnTo>
                  <a:lnTo>
                    <a:pt x="4418845" y="294421"/>
                  </a:lnTo>
                  <a:lnTo>
                    <a:pt x="4364303" y="294979"/>
                  </a:lnTo>
                  <a:lnTo>
                    <a:pt x="4298344" y="301186"/>
                  </a:lnTo>
                  <a:lnTo>
                    <a:pt x="4258685" y="304700"/>
                  </a:lnTo>
                  <a:lnTo>
                    <a:pt x="4219181" y="308601"/>
                  </a:lnTo>
                  <a:lnTo>
                    <a:pt x="4179833" y="312888"/>
                  </a:lnTo>
                  <a:lnTo>
                    <a:pt x="4140640" y="317559"/>
                  </a:lnTo>
                  <a:lnTo>
                    <a:pt x="4101600" y="322613"/>
                  </a:lnTo>
                  <a:lnTo>
                    <a:pt x="4062714" y="328047"/>
                  </a:lnTo>
                  <a:lnTo>
                    <a:pt x="4023981" y="333860"/>
                  </a:lnTo>
                  <a:lnTo>
                    <a:pt x="3973616" y="344788"/>
                  </a:lnTo>
                  <a:lnTo>
                    <a:pt x="3935186" y="351354"/>
                  </a:lnTo>
                  <a:lnTo>
                    <a:pt x="3896906" y="358293"/>
                  </a:lnTo>
                  <a:lnTo>
                    <a:pt x="3846994" y="370343"/>
                  </a:lnTo>
                  <a:lnTo>
                    <a:pt x="3809013" y="378026"/>
                  </a:lnTo>
                  <a:lnTo>
                    <a:pt x="3759398" y="390815"/>
                  </a:lnTo>
                  <a:lnTo>
                    <a:pt x="3721715" y="399234"/>
                  </a:lnTo>
                  <a:lnTo>
                    <a:pt x="3672395" y="412756"/>
                  </a:lnTo>
                  <a:lnTo>
                    <a:pt x="3635005" y="421905"/>
                  </a:lnTo>
                  <a:lnTo>
                    <a:pt x="3585978" y="436153"/>
                  </a:lnTo>
                  <a:lnTo>
                    <a:pt x="3537096" y="450762"/>
                  </a:lnTo>
                  <a:lnTo>
                    <a:pt x="3500142" y="460992"/>
                  </a:lnTo>
                  <a:lnTo>
                    <a:pt x="3451549" y="476317"/>
                  </a:lnTo>
                  <a:lnTo>
                    <a:pt x="3403099" y="491998"/>
                  </a:lnTo>
                  <a:lnTo>
                    <a:pt x="3354791" y="508033"/>
                  </a:lnTo>
                  <a:lnTo>
                    <a:pt x="3306625" y="524419"/>
                  </a:lnTo>
                  <a:lnTo>
                    <a:pt x="3270384" y="536419"/>
                  </a:lnTo>
                  <a:lnTo>
                    <a:pt x="3222500" y="553505"/>
                  </a:lnTo>
                  <a:lnTo>
                    <a:pt x="3174756" y="570938"/>
                  </a:lnTo>
                  <a:lnTo>
                    <a:pt x="3127151" y="588717"/>
                  </a:lnTo>
                  <a:lnTo>
                    <a:pt x="3079684" y="606840"/>
                  </a:lnTo>
                  <a:lnTo>
                    <a:pt x="3032356" y="625305"/>
                  </a:lnTo>
                  <a:lnTo>
                    <a:pt x="2985164" y="644110"/>
                  </a:lnTo>
                  <a:lnTo>
                    <a:pt x="2938109" y="663255"/>
                  </a:lnTo>
                  <a:lnTo>
                    <a:pt x="2891190" y="682736"/>
                  </a:lnTo>
                  <a:lnTo>
                    <a:pt x="2844406" y="702553"/>
                  </a:lnTo>
                  <a:lnTo>
                    <a:pt x="2785974" y="727441"/>
                  </a:lnTo>
                  <a:lnTo>
                    <a:pt x="2739458" y="747924"/>
                  </a:lnTo>
                  <a:lnTo>
                    <a:pt x="2693075" y="768738"/>
                  </a:lnTo>
                  <a:lnTo>
                    <a:pt x="2646825" y="789880"/>
                  </a:lnTo>
                  <a:lnTo>
                    <a:pt x="2600707" y="811349"/>
                  </a:lnTo>
                  <a:lnTo>
                    <a:pt x="2554720" y="833144"/>
                  </a:lnTo>
                  <a:lnTo>
                    <a:pt x="2508863" y="855263"/>
                  </a:lnTo>
                  <a:lnTo>
                    <a:pt x="2451353" y="882441"/>
                  </a:lnTo>
                  <a:lnTo>
                    <a:pt x="2405755" y="905202"/>
                  </a:lnTo>
                  <a:lnTo>
                    <a:pt x="2360285" y="928282"/>
                  </a:lnTo>
                  <a:lnTo>
                    <a:pt x="2314943" y="951679"/>
                  </a:lnTo>
                  <a:lnTo>
                    <a:pt x="2269729" y="975392"/>
                  </a:lnTo>
                  <a:lnTo>
                    <a:pt x="2212857" y="1004156"/>
                  </a:lnTo>
                  <a:lnTo>
                    <a:pt x="2167894" y="1028494"/>
                  </a:lnTo>
                  <a:lnTo>
                    <a:pt x="2123057" y="1053143"/>
                  </a:lnTo>
                  <a:lnTo>
                    <a:pt x="2078344" y="1078100"/>
                  </a:lnTo>
                  <a:lnTo>
                    <a:pt x="2021971" y="1108102"/>
                  </a:lnTo>
                  <a:lnTo>
                    <a:pt x="1977504" y="1133672"/>
                  </a:lnTo>
                  <a:lnTo>
                    <a:pt x="1933160" y="1159546"/>
                  </a:lnTo>
                  <a:lnTo>
                    <a:pt x="1888938" y="1185722"/>
                  </a:lnTo>
                  <a:lnTo>
                    <a:pt x="1844836" y="1212198"/>
                  </a:lnTo>
                  <a:lnTo>
                    <a:pt x="1789072" y="1243710"/>
                  </a:lnTo>
                  <a:lnTo>
                    <a:pt x="1745210" y="1270782"/>
                  </a:lnTo>
                  <a:lnTo>
                    <a:pt x="1701468" y="1298149"/>
                  </a:lnTo>
                  <a:lnTo>
                    <a:pt x="1657844" y="1325810"/>
                  </a:lnTo>
                  <a:lnTo>
                    <a:pt x="1614337" y="1353763"/>
                  </a:lnTo>
                  <a:lnTo>
                    <a:pt x="1559164" y="1386744"/>
                  </a:lnTo>
                  <a:lnTo>
                    <a:pt x="1515891" y="1415276"/>
                  </a:lnTo>
                  <a:lnTo>
                    <a:pt x="1472733" y="1444095"/>
                  </a:lnTo>
                  <a:lnTo>
                    <a:pt x="1429691" y="1473199"/>
                  </a:lnTo>
                  <a:lnTo>
                    <a:pt x="1386762" y="1502587"/>
                  </a:lnTo>
                  <a:lnTo>
                    <a:pt x="1343947" y="1532257"/>
                  </a:lnTo>
                  <a:lnTo>
                    <a:pt x="1301245" y="1562208"/>
                  </a:lnTo>
                  <a:lnTo>
                    <a:pt x="1258655" y="1592436"/>
                  </a:lnTo>
                  <a:lnTo>
                    <a:pt x="1216177" y="1622942"/>
                  </a:lnTo>
                  <a:lnTo>
                    <a:pt x="1173810" y="1653724"/>
                  </a:lnTo>
                  <a:lnTo>
                    <a:pt x="1131553" y="1684778"/>
                  </a:lnTo>
                  <a:lnTo>
                    <a:pt x="1089406" y="1716105"/>
                  </a:lnTo>
                  <a:lnTo>
                    <a:pt x="1036436" y="1754556"/>
                  </a:lnTo>
                  <a:lnTo>
                    <a:pt x="995393" y="1788625"/>
                  </a:lnTo>
                  <a:lnTo>
                    <a:pt x="942710" y="1827787"/>
                  </a:lnTo>
                  <a:lnTo>
                    <a:pt x="901953" y="1862565"/>
                  </a:lnTo>
                  <a:lnTo>
                    <a:pt x="849554" y="1902431"/>
                  </a:lnTo>
                  <a:lnTo>
                    <a:pt x="809079" y="1937910"/>
                  </a:lnTo>
                  <a:lnTo>
                    <a:pt x="756961" y="1978476"/>
                  </a:lnTo>
                  <a:lnTo>
                    <a:pt x="716767" y="2014650"/>
                  </a:lnTo>
                  <a:lnTo>
                    <a:pt x="676711" y="2051169"/>
                  </a:lnTo>
                  <a:lnTo>
                    <a:pt x="636793" y="2088032"/>
                  </a:lnTo>
                  <a:lnTo>
                    <a:pt x="585231" y="2129975"/>
                  </a:lnTo>
                  <a:lnTo>
                    <a:pt x="545588" y="2167520"/>
                  </a:lnTo>
                  <a:lnTo>
                    <a:pt x="506082" y="2205404"/>
                  </a:lnTo>
                  <a:lnTo>
                    <a:pt x="466712" y="2243625"/>
                  </a:lnTo>
                  <a:lnTo>
                    <a:pt x="427477" y="2282182"/>
                  </a:lnTo>
                  <a:lnTo>
                    <a:pt x="388376" y="2321072"/>
                  </a:lnTo>
                  <a:lnTo>
                    <a:pt x="361192" y="2355557"/>
                  </a:lnTo>
                  <a:lnTo>
                    <a:pt x="322359" y="2395110"/>
                  </a:lnTo>
                  <a:lnTo>
                    <a:pt x="283658" y="2434992"/>
                  </a:lnTo>
                  <a:lnTo>
                    <a:pt x="256872" y="2470464"/>
                  </a:lnTo>
                  <a:lnTo>
                    <a:pt x="246597" y="2478946"/>
                  </a:lnTo>
                  <a:lnTo>
                    <a:pt x="0" y="2478582"/>
                  </a:lnTo>
                  <a:close/>
                </a:path>
                <a:path w="7502525" h="2480309">
                  <a:moveTo>
                    <a:pt x="5326152" y="2478792"/>
                  </a:moveTo>
                  <a:lnTo>
                    <a:pt x="5313440" y="2447233"/>
                  </a:lnTo>
                  <a:lnTo>
                    <a:pt x="5311637" y="2408768"/>
                  </a:lnTo>
                  <a:lnTo>
                    <a:pt x="5309362" y="2369133"/>
                  </a:lnTo>
                  <a:lnTo>
                    <a:pt x="5306612" y="2328316"/>
                  </a:lnTo>
                  <a:lnTo>
                    <a:pt x="5291597" y="2291042"/>
                  </a:lnTo>
                  <a:lnTo>
                    <a:pt x="5287879" y="2247825"/>
                  </a:lnTo>
                  <a:lnTo>
                    <a:pt x="5278968" y="2157726"/>
                  </a:lnTo>
                  <a:lnTo>
                    <a:pt x="5285549" y="2106084"/>
                  </a:lnTo>
                  <a:lnTo>
                    <a:pt x="5279842" y="2057927"/>
                  </a:lnTo>
                  <a:lnTo>
                    <a:pt x="5266895" y="1957809"/>
                  </a:lnTo>
                  <a:lnTo>
                    <a:pt x="5271429" y="1901087"/>
                  </a:lnTo>
                  <a:lnTo>
                    <a:pt x="5263657" y="1847805"/>
                  </a:lnTo>
                  <a:lnTo>
                    <a:pt x="5267140" y="1788473"/>
                  </a:lnTo>
                  <a:lnTo>
                    <a:pt x="5270091" y="1727820"/>
                  </a:lnTo>
                  <a:lnTo>
                    <a:pt x="5260721" y="1670570"/>
                  </a:lnTo>
                  <a:lnTo>
                    <a:pt x="5262592" y="1607237"/>
                  </a:lnTo>
                  <a:lnTo>
                    <a:pt x="5263916" y="1542547"/>
                  </a:lnTo>
                  <a:lnTo>
                    <a:pt x="5264689" y="1476487"/>
                  </a:lnTo>
                  <a:lnTo>
                    <a:pt x="5264562" y="1340216"/>
                  </a:lnTo>
                  <a:lnTo>
                    <a:pt x="5275436" y="1265242"/>
                  </a:lnTo>
                  <a:lnTo>
                    <a:pt x="5271901" y="1120512"/>
                  </a:lnTo>
                  <a:lnTo>
                    <a:pt x="5281050" y="1041257"/>
                  </a:lnTo>
                  <a:lnTo>
                    <a:pt x="5283316" y="978905"/>
                  </a:lnTo>
                  <a:lnTo>
                    <a:pt x="5274373" y="922715"/>
                  </a:lnTo>
                  <a:lnTo>
                    <a:pt x="5277782" y="863200"/>
                  </a:lnTo>
                  <a:lnTo>
                    <a:pt x="5269971" y="809821"/>
                  </a:lnTo>
                  <a:lnTo>
                    <a:pt x="5250936" y="762568"/>
                  </a:lnTo>
                  <a:lnTo>
                    <a:pt x="5244238" y="711951"/>
                  </a:lnTo>
                  <a:lnTo>
                    <a:pt x="5463117" y="1255306"/>
                  </a:lnTo>
                  <a:lnTo>
                    <a:pt x="5459791" y="1281040"/>
                  </a:lnTo>
                  <a:lnTo>
                    <a:pt x="5461551" y="1421365"/>
                  </a:lnTo>
                  <a:lnTo>
                    <a:pt x="5461515" y="1489253"/>
                  </a:lnTo>
                  <a:lnTo>
                    <a:pt x="5460876" y="1555644"/>
                  </a:lnTo>
                  <a:lnTo>
                    <a:pt x="5459639" y="1620552"/>
                  </a:lnTo>
                  <a:lnTo>
                    <a:pt x="5457811" y="1683992"/>
                  </a:lnTo>
                  <a:lnTo>
                    <a:pt x="5455397" y="1745977"/>
                  </a:lnTo>
                  <a:lnTo>
                    <a:pt x="5464186" y="1801783"/>
                  </a:lnTo>
                  <a:lnTo>
                    <a:pt x="5460617" y="1860901"/>
                  </a:lnTo>
                  <a:lnTo>
                    <a:pt x="5456479" y="1918607"/>
                  </a:lnTo>
                  <a:lnTo>
                    <a:pt x="5470086" y="2020365"/>
                  </a:lnTo>
                  <a:lnTo>
                    <a:pt x="5464276" y="2073919"/>
                  </a:lnTo>
                  <a:lnTo>
                    <a:pt x="5474590" y="2167502"/>
                  </a:lnTo>
                  <a:lnTo>
                    <a:pt x="5482766" y="2255776"/>
                  </a:lnTo>
                  <a:lnTo>
                    <a:pt x="5486066" y="2297957"/>
                  </a:lnTo>
                  <a:lnTo>
                    <a:pt x="5500632" y="2334117"/>
                  </a:lnTo>
                  <a:lnTo>
                    <a:pt x="5502903" y="2373744"/>
                  </a:lnTo>
                  <a:lnTo>
                    <a:pt x="5504669" y="2412115"/>
                  </a:lnTo>
                  <a:lnTo>
                    <a:pt x="5517717" y="2444506"/>
                  </a:lnTo>
                  <a:lnTo>
                    <a:pt x="5518428" y="2480261"/>
                  </a:lnTo>
                  <a:lnTo>
                    <a:pt x="5326152" y="2478792"/>
                  </a:lnTo>
                  <a:close/>
                </a:path>
              </a:pathLst>
            </a:custGeom>
            <a:solidFill>
              <a:srgbClr val="2820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698" rIns="0" bIns="0" rtlCol="0" vert="horz">
            <a:spAutoFit/>
          </a:bodyPr>
          <a:lstStyle/>
          <a:p>
            <a:pPr marL="760730">
              <a:lnSpc>
                <a:spcPct val="100000"/>
              </a:lnSpc>
              <a:spcBef>
                <a:spcPts val="114"/>
              </a:spcBef>
            </a:pPr>
            <a:r>
              <a:rPr dirty="0"/>
              <a:t>PROBLEM</a:t>
            </a:r>
            <a:r>
              <a:rPr dirty="0" spc="-30"/>
              <a:t> </a:t>
            </a:r>
            <a:r>
              <a:rPr dirty="0" spc="25"/>
              <a:t>S</a:t>
            </a:r>
            <a:r>
              <a:rPr dirty="0" spc="-340"/>
              <a:t>T</a:t>
            </a:r>
            <a:r>
              <a:rPr dirty="0" spc="-480"/>
              <a:t>A</a:t>
            </a:r>
            <a:r>
              <a:rPr dirty="0" spc="25"/>
              <a:t>TEMEN</a:t>
            </a:r>
            <a:r>
              <a:rPr dirty="0" spc="30"/>
              <a:t>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3717895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4251295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5318095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638489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691829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7451695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719" y="7985094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01594" y="2352645"/>
            <a:ext cx="15567660" cy="5892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88290">
              <a:lnSpc>
                <a:spcPct val="116700"/>
              </a:lnSpc>
              <a:spcBef>
                <a:spcPts val="95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US</a:t>
            </a:r>
            <a:r>
              <a:rPr dirty="0" sz="30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Ecommerce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Company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wants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us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Dashboard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showing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information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3000" spc="-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generate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below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scenarios:</a:t>
            </a:r>
            <a:endParaRPr sz="3000">
              <a:latin typeface="Times New Roman"/>
              <a:cs typeface="Times New Roman"/>
            </a:endParaRPr>
          </a:p>
          <a:p>
            <a:pPr marL="659765" marR="5080">
              <a:lnSpc>
                <a:spcPts val="4200"/>
              </a:lnSpc>
              <a:spcBef>
                <a:spcPts val="24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KPI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Banner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showing</a:t>
            </a:r>
            <a:r>
              <a:rPr dirty="0" sz="3000" spc="-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Sales,</a:t>
            </a:r>
            <a:r>
              <a:rPr dirty="0" sz="3000" spc="-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Profit,</a:t>
            </a:r>
            <a:r>
              <a:rPr dirty="0" sz="3000" spc="-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Quantity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Sold,</a:t>
            </a:r>
            <a:r>
              <a:rPr dirty="0" sz="3000" spc="-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Profit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Margin.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3000" spc="-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90">
                <a:solidFill>
                  <a:srgbClr val="FFFFFF"/>
                </a:solidFill>
                <a:latin typeface="Times New Roman"/>
                <a:cs typeface="Times New Roman"/>
              </a:rPr>
              <a:t>Year-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on-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(YoY)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growth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KPI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show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000" spc="-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sparkline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measure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KPI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monthly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trend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fact.</a:t>
            </a:r>
            <a:endParaRPr sz="3000">
              <a:latin typeface="Times New Roman"/>
              <a:cs typeface="Times New Roman"/>
            </a:endParaRPr>
          </a:p>
          <a:p>
            <a:pPr marL="659765" marR="521970">
              <a:lnSpc>
                <a:spcPts val="4200"/>
              </a:lnSpc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3000" spc="-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Sales,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PYTD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Sales,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10">
                <a:solidFill>
                  <a:srgbClr val="FFFFFF"/>
                </a:solidFill>
                <a:latin typeface="Times New Roman"/>
                <a:cs typeface="Times New Roman"/>
              </a:rPr>
              <a:t>YoY</a:t>
            </a:r>
            <a:r>
              <a:rPr dirty="0" sz="30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Growth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categories.</a:t>
            </a:r>
            <a:r>
              <a:rPr dirty="0" sz="3000" spc="-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trend</a:t>
            </a:r>
            <a:r>
              <a:rPr dirty="0" sz="30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icon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category.</a:t>
            </a:r>
            <a:endParaRPr sz="3000">
              <a:latin typeface="Times New Roman"/>
              <a:cs typeface="Times New Roman"/>
            </a:endParaRPr>
          </a:p>
          <a:p>
            <a:pPr marL="659765" marR="8194675">
              <a:lnSpc>
                <a:spcPts val="4200"/>
              </a:lnSpc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3000" spc="-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dirty="0" sz="3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State. </a:t>
            </a:r>
            <a:r>
              <a:rPr dirty="0" sz="3000" spc="-30">
                <a:solidFill>
                  <a:srgbClr val="FFFFFF"/>
                </a:solidFill>
                <a:latin typeface="Times New Roman"/>
                <a:cs typeface="Times New Roman"/>
              </a:rPr>
              <a:t>Top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Bottom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dirty="0" sz="30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Products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30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Sales.</a:t>
            </a:r>
            <a:endParaRPr sz="3000">
              <a:latin typeface="Times New Roman"/>
              <a:cs typeface="Times New Roman"/>
            </a:endParaRPr>
          </a:p>
          <a:p>
            <a:pPr marL="659765" marR="1537970">
              <a:lnSpc>
                <a:spcPts val="4200"/>
              </a:lnSpc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Region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know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worst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performing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region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30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country.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YTD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Sales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Shipping</a:t>
            </a:r>
            <a:r>
              <a:rPr dirty="0" sz="3000" spc="-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25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shipping</a:t>
            </a:r>
            <a:r>
              <a:rPr dirty="0" sz="30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dirty="0" sz="30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percentage.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08654" y="7702759"/>
            <a:ext cx="7679690" cy="2584450"/>
            <a:chOff x="10608654" y="7702759"/>
            <a:chExt cx="7679690" cy="2584450"/>
          </a:xfrm>
        </p:grpSpPr>
        <p:sp>
          <p:nvSpPr>
            <p:cNvPr id="3" name="object 3"/>
            <p:cNvSpPr/>
            <p:nvPr/>
          </p:nvSpPr>
          <p:spPr>
            <a:xfrm>
              <a:off x="10829350" y="7780519"/>
              <a:ext cx="7458709" cy="2506980"/>
            </a:xfrm>
            <a:custGeom>
              <a:avLst/>
              <a:gdLst/>
              <a:ahLst/>
              <a:cxnLst/>
              <a:rect l="l" t="t" r="r" b="b"/>
              <a:pathLst>
                <a:path w="7458709" h="2506979">
                  <a:moveTo>
                    <a:pt x="5533538" y="2506480"/>
                  </a:moveTo>
                  <a:lnTo>
                    <a:pt x="5119898" y="1478686"/>
                  </a:lnTo>
                  <a:lnTo>
                    <a:pt x="5520970" y="2297777"/>
                  </a:lnTo>
                  <a:lnTo>
                    <a:pt x="6279750" y="1672797"/>
                  </a:lnTo>
                  <a:lnTo>
                    <a:pt x="7014765" y="581090"/>
                  </a:lnTo>
                  <a:lnTo>
                    <a:pt x="7344542" y="0"/>
                  </a:lnTo>
                  <a:lnTo>
                    <a:pt x="7458648" y="283524"/>
                  </a:lnTo>
                  <a:lnTo>
                    <a:pt x="7458648" y="2506480"/>
                  </a:lnTo>
                  <a:lnTo>
                    <a:pt x="5533538" y="2506480"/>
                  </a:lnTo>
                  <a:close/>
                </a:path>
                <a:path w="7458709" h="2506979">
                  <a:moveTo>
                    <a:pt x="0" y="2506480"/>
                  </a:moveTo>
                  <a:lnTo>
                    <a:pt x="48395" y="2463733"/>
                  </a:lnTo>
                  <a:lnTo>
                    <a:pt x="101499" y="2417899"/>
                  </a:lnTo>
                  <a:lnTo>
                    <a:pt x="156622" y="2371367"/>
                  </a:lnTo>
                  <a:lnTo>
                    <a:pt x="213697" y="2324197"/>
                  </a:lnTo>
                  <a:lnTo>
                    <a:pt x="272657" y="2276450"/>
                  </a:lnTo>
                  <a:lnTo>
                    <a:pt x="302822" y="2252378"/>
                  </a:lnTo>
                  <a:lnTo>
                    <a:pt x="333433" y="2228184"/>
                  </a:lnTo>
                  <a:lnTo>
                    <a:pt x="364481" y="2203876"/>
                  </a:lnTo>
                  <a:lnTo>
                    <a:pt x="395958" y="2179461"/>
                  </a:lnTo>
                  <a:lnTo>
                    <a:pt x="427855" y="2154946"/>
                  </a:lnTo>
                  <a:lnTo>
                    <a:pt x="460164" y="2130340"/>
                  </a:lnTo>
                  <a:lnTo>
                    <a:pt x="492876" y="2105649"/>
                  </a:lnTo>
                  <a:lnTo>
                    <a:pt x="525984" y="2080881"/>
                  </a:lnTo>
                  <a:lnTo>
                    <a:pt x="559478" y="2056043"/>
                  </a:lnTo>
                  <a:lnTo>
                    <a:pt x="593350" y="2031144"/>
                  </a:lnTo>
                  <a:lnTo>
                    <a:pt x="627592" y="2006190"/>
                  </a:lnTo>
                  <a:lnTo>
                    <a:pt x="662194" y="1981189"/>
                  </a:lnTo>
                  <a:lnTo>
                    <a:pt x="697150" y="1956149"/>
                  </a:lnTo>
                  <a:lnTo>
                    <a:pt x="732450" y="1931077"/>
                  </a:lnTo>
                  <a:lnTo>
                    <a:pt x="768085" y="1905980"/>
                  </a:lnTo>
                  <a:lnTo>
                    <a:pt x="804048" y="1880866"/>
                  </a:lnTo>
                  <a:lnTo>
                    <a:pt x="840330" y="1855743"/>
                  </a:lnTo>
                  <a:lnTo>
                    <a:pt x="876922" y="1830618"/>
                  </a:lnTo>
                  <a:lnTo>
                    <a:pt x="913816" y="1805498"/>
                  </a:lnTo>
                  <a:lnTo>
                    <a:pt x="951004" y="1780392"/>
                  </a:lnTo>
                  <a:lnTo>
                    <a:pt x="988477" y="1755306"/>
                  </a:lnTo>
                  <a:lnTo>
                    <a:pt x="1026226" y="1730247"/>
                  </a:lnTo>
                  <a:lnTo>
                    <a:pt x="1064244" y="1705225"/>
                  </a:lnTo>
                  <a:lnTo>
                    <a:pt x="1102521" y="1680246"/>
                  </a:lnTo>
                  <a:lnTo>
                    <a:pt x="1141049" y="1655317"/>
                  </a:lnTo>
                  <a:lnTo>
                    <a:pt x="1179821" y="1630446"/>
                  </a:lnTo>
                  <a:lnTo>
                    <a:pt x="1218826" y="1605640"/>
                  </a:lnTo>
                  <a:lnTo>
                    <a:pt x="1258058" y="1580908"/>
                  </a:lnTo>
                  <a:lnTo>
                    <a:pt x="1297507" y="1556256"/>
                  </a:lnTo>
                  <a:lnTo>
                    <a:pt x="1337165" y="1531692"/>
                  </a:lnTo>
                  <a:lnTo>
                    <a:pt x="1377023" y="1507224"/>
                  </a:lnTo>
                  <a:lnTo>
                    <a:pt x="1417074" y="1482859"/>
                  </a:lnTo>
                  <a:lnTo>
                    <a:pt x="1457308" y="1458604"/>
                  </a:lnTo>
                  <a:lnTo>
                    <a:pt x="1497717" y="1434467"/>
                  </a:lnTo>
                  <a:lnTo>
                    <a:pt x="1538293" y="1410456"/>
                  </a:lnTo>
                  <a:lnTo>
                    <a:pt x="1579027" y="1386578"/>
                  </a:lnTo>
                  <a:lnTo>
                    <a:pt x="1619911" y="1362840"/>
                  </a:lnTo>
                  <a:lnTo>
                    <a:pt x="1660937" y="1339251"/>
                  </a:lnTo>
                  <a:lnTo>
                    <a:pt x="1702095" y="1315817"/>
                  </a:lnTo>
                  <a:lnTo>
                    <a:pt x="1743378" y="1292546"/>
                  </a:lnTo>
                  <a:lnTo>
                    <a:pt x="1784777" y="1269445"/>
                  </a:lnTo>
                  <a:lnTo>
                    <a:pt x="1826283" y="1246523"/>
                  </a:lnTo>
                  <a:lnTo>
                    <a:pt x="1867888" y="1223786"/>
                  </a:lnTo>
                  <a:lnTo>
                    <a:pt x="1909584" y="1201242"/>
                  </a:lnTo>
                  <a:lnTo>
                    <a:pt x="1951363" y="1178898"/>
                  </a:lnTo>
                  <a:lnTo>
                    <a:pt x="1993214" y="1156763"/>
                  </a:lnTo>
                  <a:lnTo>
                    <a:pt x="2035132" y="1134843"/>
                  </a:lnTo>
                  <a:lnTo>
                    <a:pt x="2077106" y="1113146"/>
                  </a:lnTo>
                  <a:lnTo>
                    <a:pt x="2119128" y="1091679"/>
                  </a:lnTo>
                  <a:lnTo>
                    <a:pt x="2161190" y="1070451"/>
                  </a:lnTo>
                  <a:lnTo>
                    <a:pt x="2203284" y="1049468"/>
                  </a:lnTo>
                  <a:lnTo>
                    <a:pt x="2245400" y="1028738"/>
                  </a:lnTo>
                  <a:lnTo>
                    <a:pt x="2287532" y="1008269"/>
                  </a:lnTo>
                  <a:lnTo>
                    <a:pt x="2329669" y="988068"/>
                  </a:lnTo>
                  <a:lnTo>
                    <a:pt x="2371804" y="968142"/>
                  </a:lnTo>
                  <a:lnTo>
                    <a:pt x="2413928" y="948499"/>
                  </a:lnTo>
                  <a:lnTo>
                    <a:pt x="2456033" y="929147"/>
                  </a:lnTo>
                  <a:lnTo>
                    <a:pt x="2498110" y="910092"/>
                  </a:lnTo>
                  <a:lnTo>
                    <a:pt x="2540151" y="891344"/>
                  </a:lnTo>
                  <a:lnTo>
                    <a:pt x="2582147" y="872908"/>
                  </a:lnTo>
                  <a:lnTo>
                    <a:pt x="2624090" y="854793"/>
                  </a:lnTo>
                  <a:lnTo>
                    <a:pt x="2665972" y="837005"/>
                  </a:lnTo>
                  <a:lnTo>
                    <a:pt x="2707783" y="819554"/>
                  </a:lnTo>
                  <a:lnTo>
                    <a:pt x="2749516" y="802445"/>
                  </a:lnTo>
                  <a:lnTo>
                    <a:pt x="2791163" y="785687"/>
                  </a:lnTo>
                  <a:lnTo>
                    <a:pt x="2832713" y="769286"/>
                  </a:lnTo>
                  <a:lnTo>
                    <a:pt x="2874161" y="753252"/>
                  </a:lnTo>
                  <a:lnTo>
                    <a:pt x="2915495" y="737590"/>
                  </a:lnTo>
                  <a:lnTo>
                    <a:pt x="2956709" y="722309"/>
                  </a:lnTo>
                  <a:lnTo>
                    <a:pt x="2997794" y="707416"/>
                  </a:lnTo>
                  <a:lnTo>
                    <a:pt x="3038742" y="692918"/>
                  </a:lnTo>
                  <a:lnTo>
                    <a:pt x="3079543" y="678823"/>
                  </a:lnTo>
                  <a:lnTo>
                    <a:pt x="3120189" y="665139"/>
                  </a:lnTo>
                  <a:lnTo>
                    <a:pt x="3160673" y="651873"/>
                  </a:lnTo>
                  <a:lnTo>
                    <a:pt x="3200985" y="639032"/>
                  </a:lnTo>
                  <a:lnTo>
                    <a:pt x="3241117" y="626625"/>
                  </a:lnTo>
                  <a:lnTo>
                    <a:pt x="3281061" y="614657"/>
                  </a:lnTo>
                  <a:lnTo>
                    <a:pt x="3320808" y="603138"/>
                  </a:lnTo>
                  <a:lnTo>
                    <a:pt x="3360350" y="592074"/>
                  </a:lnTo>
                  <a:lnTo>
                    <a:pt x="3399678" y="581474"/>
                  </a:lnTo>
                  <a:lnTo>
                    <a:pt x="3438784" y="571344"/>
                  </a:lnTo>
                  <a:lnTo>
                    <a:pt x="3477660" y="561691"/>
                  </a:lnTo>
                  <a:lnTo>
                    <a:pt x="3516296" y="552525"/>
                  </a:lnTo>
                  <a:lnTo>
                    <a:pt x="3554684" y="543851"/>
                  </a:lnTo>
                  <a:lnTo>
                    <a:pt x="3592817" y="535678"/>
                  </a:lnTo>
                  <a:lnTo>
                    <a:pt x="3630685" y="528013"/>
                  </a:lnTo>
                  <a:lnTo>
                    <a:pt x="3668281" y="520863"/>
                  </a:lnTo>
                  <a:lnTo>
                    <a:pt x="3742619" y="508140"/>
                  </a:lnTo>
                  <a:lnTo>
                    <a:pt x="3815764" y="497569"/>
                  </a:lnTo>
                  <a:lnTo>
                    <a:pt x="3887649" y="489210"/>
                  </a:lnTo>
                  <a:lnTo>
                    <a:pt x="3958205" y="483123"/>
                  </a:lnTo>
                  <a:lnTo>
                    <a:pt x="4027365" y="479368"/>
                  </a:lnTo>
                  <a:lnTo>
                    <a:pt x="4095062" y="478005"/>
                  </a:lnTo>
                  <a:lnTo>
                    <a:pt x="4128340" y="478239"/>
                  </a:lnTo>
                  <a:lnTo>
                    <a:pt x="4193714" y="480576"/>
                  </a:lnTo>
                  <a:lnTo>
                    <a:pt x="4257456" y="485456"/>
                  </a:lnTo>
                  <a:lnTo>
                    <a:pt x="4319498" y="492937"/>
                  </a:lnTo>
                  <a:lnTo>
                    <a:pt x="4379772" y="503080"/>
                  </a:lnTo>
                  <a:lnTo>
                    <a:pt x="4438210" y="515945"/>
                  </a:lnTo>
                  <a:lnTo>
                    <a:pt x="4494745" y="531592"/>
                  </a:lnTo>
                  <a:lnTo>
                    <a:pt x="4549309" y="550081"/>
                  </a:lnTo>
                  <a:lnTo>
                    <a:pt x="4601834" y="571472"/>
                  </a:lnTo>
                  <a:lnTo>
                    <a:pt x="4652254" y="595824"/>
                  </a:lnTo>
                  <a:lnTo>
                    <a:pt x="4700500" y="623199"/>
                  </a:lnTo>
                  <a:lnTo>
                    <a:pt x="4746504" y="653656"/>
                  </a:lnTo>
                  <a:lnTo>
                    <a:pt x="4790200" y="687254"/>
                  </a:lnTo>
                  <a:lnTo>
                    <a:pt x="4831519" y="724055"/>
                  </a:lnTo>
                  <a:lnTo>
                    <a:pt x="4870394" y="764117"/>
                  </a:lnTo>
                  <a:lnTo>
                    <a:pt x="4906756" y="807501"/>
                  </a:lnTo>
                  <a:lnTo>
                    <a:pt x="4940540" y="854267"/>
                  </a:lnTo>
                  <a:lnTo>
                    <a:pt x="4971676" y="904475"/>
                  </a:lnTo>
                  <a:lnTo>
                    <a:pt x="5000097" y="958185"/>
                  </a:lnTo>
                  <a:lnTo>
                    <a:pt x="5025736" y="1015456"/>
                  </a:lnTo>
                  <a:lnTo>
                    <a:pt x="5048525" y="1076350"/>
                  </a:lnTo>
                  <a:lnTo>
                    <a:pt x="5068397" y="1140925"/>
                  </a:lnTo>
                  <a:lnTo>
                    <a:pt x="5085283" y="1209243"/>
                  </a:lnTo>
                  <a:lnTo>
                    <a:pt x="5099116" y="1281362"/>
                  </a:lnTo>
                  <a:lnTo>
                    <a:pt x="5109828" y="1357343"/>
                  </a:lnTo>
                  <a:lnTo>
                    <a:pt x="5113949" y="1396376"/>
                  </a:lnTo>
                  <a:lnTo>
                    <a:pt x="5117353" y="1437246"/>
                  </a:lnTo>
                  <a:lnTo>
                    <a:pt x="5119898" y="1478686"/>
                  </a:lnTo>
                  <a:lnTo>
                    <a:pt x="5533538" y="2506480"/>
                  </a:lnTo>
                  <a:lnTo>
                    <a:pt x="0" y="2506480"/>
                  </a:lnTo>
                  <a:close/>
                </a:path>
              </a:pathLst>
            </a:custGeom>
            <a:solidFill>
              <a:srgbClr val="3C33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08654" y="7702759"/>
              <a:ext cx="7584440" cy="2582545"/>
            </a:xfrm>
            <a:custGeom>
              <a:avLst/>
              <a:gdLst/>
              <a:ahLst/>
              <a:cxnLst/>
              <a:rect l="l" t="t" r="r" b="b"/>
              <a:pathLst>
                <a:path w="7584440" h="2582545">
                  <a:moveTo>
                    <a:pt x="6079075" y="2580725"/>
                  </a:moveTo>
                  <a:lnTo>
                    <a:pt x="6088319" y="2569682"/>
                  </a:lnTo>
                  <a:lnTo>
                    <a:pt x="6114962" y="2533856"/>
                  </a:lnTo>
                  <a:lnTo>
                    <a:pt x="6152689" y="2491556"/>
                  </a:lnTo>
                  <a:lnTo>
                    <a:pt x="6177968" y="2452342"/>
                  </a:lnTo>
                  <a:lnTo>
                    <a:pt x="6214399" y="2406826"/>
                  </a:lnTo>
                  <a:lnTo>
                    <a:pt x="6238451" y="2364567"/>
                  </a:lnTo>
                  <a:lnTo>
                    <a:pt x="6273725" y="2316176"/>
                  </a:lnTo>
                  <a:lnTo>
                    <a:pt x="6308471" y="2266476"/>
                  </a:lnTo>
                  <a:lnTo>
                    <a:pt x="6342724" y="2215552"/>
                  </a:lnTo>
                  <a:lnTo>
                    <a:pt x="6725607" y="1534569"/>
                  </a:lnTo>
                  <a:lnTo>
                    <a:pt x="7059706" y="834451"/>
                  </a:lnTo>
                  <a:lnTo>
                    <a:pt x="7303771" y="284704"/>
                  </a:lnTo>
                  <a:lnTo>
                    <a:pt x="7392983" y="64313"/>
                  </a:lnTo>
                  <a:lnTo>
                    <a:pt x="7420174" y="29846"/>
                  </a:lnTo>
                  <a:lnTo>
                    <a:pt x="7452602" y="8379"/>
                  </a:lnTo>
                  <a:lnTo>
                    <a:pt x="7490301" y="0"/>
                  </a:lnTo>
                  <a:lnTo>
                    <a:pt x="7521525" y="9532"/>
                  </a:lnTo>
                  <a:lnTo>
                    <a:pt x="7556837" y="29215"/>
                  </a:lnTo>
                  <a:lnTo>
                    <a:pt x="7583952" y="96527"/>
                  </a:lnTo>
                  <a:lnTo>
                    <a:pt x="7572466" y="135991"/>
                  </a:lnTo>
                  <a:lnTo>
                    <a:pt x="7484175" y="358670"/>
                  </a:lnTo>
                  <a:lnTo>
                    <a:pt x="7242373" y="914033"/>
                  </a:lnTo>
                  <a:lnTo>
                    <a:pt x="6899341" y="1625965"/>
                  </a:lnTo>
                  <a:lnTo>
                    <a:pt x="6507360" y="2318350"/>
                  </a:lnTo>
                  <a:lnTo>
                    <a:pt x="6473133" y="2369340"/>
                  </a:lnTo>
                  <a:lnTo>
                    <a:pt x="6438434" y="2419156"/>
                  </a:lnTo>
                  <a:lnTo>
                    <a:pt x="6403235" y="2467734"/>
                  </a:lnTo>
                  <a:lnTo>
                    <a:pt x="6379296" y="2510272"/>
                  </a:lnTo>
                  <a:lnTo>
                    <a:pt x="6343023" y="2556182"/>
                  </a:lnTo>
                  <a:lnTo>
                    <a:pt x="6325559" y="2580808"/>
                  </a:lnTo>
                  <a:lnTo>
                    <a:pt x="6079075" y="2580725"/>
                  </a:lnTo>
                  <a:close/>
                </a:path>
                <a:path w="7584440" h="2582545">
                  <a:moveTo>
                    <a:pt x="689" y="2582524"/>
                  </a:moveTo>
                  <a:lnTo>
                    <a:pt x="0" y="2580814"/>
                  </a:lnTo>
                  <a:lnTo>
                    <a:pt x="37872" y="2538875"/>
                  </a:lnTo>
                  <a:lnTo>
                    <a:pt x="64077" y="2501961"/>
                  </a:lnTo>
                  <a:lnTo>
                    <a:pt x="90398" y="2465335"/>
                  </a:lnTo>
                  <a:lnTo>
                    <a:pt x="128621" y="2424264"/>
                  </a:lnTo>
                  <a:lnTo>
                    <a:pt x="155178" y="2388225"/>
                  </a:lnTo>
                  <a:lnTo>
                    <a:pt x="181856" y="2352484"/>
                  </a:lnTo>
                  <a:lnTo>
                    <a:pt x="220438" y="2312306"/>
                  </a:lnTo>
                  <a:lnTo>
                    <a:pt x="259142" y="2272432"/>
                  </a:lnTo>
                  <a:lnTo>
                    <a:pt x="286187" y="2237602"/>
                  </a:lnTo>
                  <a:lnTo>
                    <a:pt x="325140" y="2198344"/>
                  </a:lnTo>
                  <a:lnTo>
                    <a:pt x="364218" y="2159399"/>
                  </a:lnTo>
                  <a:lnTo>
                    <a:pt x="403424" y="2120770"/>
                  </a:lnTo>
                  <a:lnTo>
                    <a:pt x="442758" y="2082460"/>
                  </a:lnTo>
                  <a:lnTo>
                    <a:pt x="482222" y="2044471"/>
                  </a:lnTo>
                  <a:lnTo>
                    <a:pt x="521817" y="2006807"/>
                  </a:lnTo>
                  <a:lnTo>
                    <a:pt x="561544" y="1969471"/>
                  </a:lnTo>
                  <a:lnTo>
                    <a:pt x="601403" y="1932465"/>
                  </a:lnTo>
                  <a:lnTo>
                    <a:pt x="641398" y="1895792"/>
                  </a:lnTo>
                  <a:lnTo>
                    <a:pt x="693310" y="1854719"/>
                  </a:lnTo>
                  <a:lnTo>
                    <a:pt x="733577" y="1818723"/>
                  </a:lnTo>
                  <a:lnTo>
                    <a:pt x="773982" y="1783069"/>
                  </a:lnTo>
                  <a:lnTo>
                    <a:pt x="814525" y="1747761"/>
                  </a:lnTo>
                  <a:lnTo>
                    <a:pt x="866993" y="1708064"/>
                  </a:lnTo>
                  <a:lnTo>
                    <a:pt x="907818" y="1673456"/>
                  </a:lnTo>
                  <a:lnTo>
                    <a:pt x="960570" y="1634464"/>
                  </a:lnTo>
                  <a:lnTo>
                    <a:pt x="1001682" y="1600568"/>
                  </a:lnTo>
                  <a:lnTo>
                    <a:pt x="1054723" y="1562294"/>
                  </a:lnTo>
                  <a:lnTo>
                    <a:pt x="1096857" y="1530934"/>
                  </a:lnTo>
                  <a:lnTo>
                    <a:pt x="1139101" y="1499846"/>
                  </a:lnTo>
                  <a:lnTo>
                    <a:pt x="1181454" y="1469030"/>
                  </a:lnTo>
                  <a:lnTo>
                    <a:pt x="1223918" y="1438488"/>
                  </a:lnTo>
                  <a:lnTo>
                    <a:pt x="1266492" y="1408222"/>
                  </a:lnTo>
                  <a:lnTo>
                    <a:pt x="1309179" y="1378233"/>
                  </a:lnTo>
                  <a:lnTo>
                    <a:pt x="1351977" y="1348522"/>
                  </a:lnTo>
                  <a:lnTo>
                    <a:pt x="1394888" y="1319091"/>
                  </a:lnTo>
                  <a:lnTo>
                    <a:pt x="1437913" y="1289942"/>
                  </a:lnTo>
                  <a:lnTo>
                    <a:pt x="1481051" y="1261075"/>
                  </a:lnTo>
                  <a:lnTo>
                    <a:pt x="1536087" y="1227754"/>
                  </a:lnTo>
                  <a:lnTo>
                    <a:pt x="1579455" y="1199456"/>
                  </a:lnTo>
                  <a:lnTo>
                    <a:pt x="1622938" y="1171445"/>
                  </a:lnTo>
                  <a:lnTo>
                    <a:pt x="1666537" y="1143723"/>
                  </a:lnTo>
                  <a:lnTo>
                    <a:pt x="1710254" y="1116290"/>
                  </a:lnTo>
                  <a:lnTo>
                    <a:pt x="1765870" y="1084411"/>
                  </a:lnTo>
                  <a:lnTo>
                    <a:pt x="1809821" y="1057562"/>
                  </a:lnTo>
                  <a:lnTo>
                    <a:pt x="1853891" y="1031006"/>
                  </a:lnTo>
                  <a:lnTo>
                    <a:pt x="1898079" y="1004746"/>
                  </a:lnTo>
                  <a:lnTo>
                    <a:pt x="1954171" y="974046"/>
                  </a:lnTo>
                  <a:lnTo>
                    <a:pt x="1998599" y="948380"/>
                  </a:lnTo>
                  <a:lnTo>
                    <a:pt x="2043148" y="923015"/>
                  </a:lnTo>
                  <a:lnTo>
                    <a:pt x="2087818" y="897951"/>
                  </a:lnTo>
                  <a:lnTo>
                    <a:pt x="2132610" y="873188"/>
                  </a:lnTo>
                  <a:lnTo>
                    <a:pt x="2189307" y="843992"/>
                  </a:lnTo>
                  <a:lnTo>
                    <a:pt x="2234345" y="819839"/>
                  </a:lnTo>
                  <a:lnTo>
                    <a:pt x="2279505" y="795993"/>
                  </a:lnTo>
                  <a:lnTo>
                    <a:pt x="2324790" y="772455"/>
                  </a:lnTo>
                  <a:lnTo>
                    <a:pt x="2381983" y="744488"/>
                  </a:lnTo>
                  <a:lnTo>
                    <a:pt x="2427518" y="721570"/>
                  </a:lnTo>
                  <a:lnTo>
                    <a:pt x="2473178" y="698964"/>
                  </a:lnTo>
                  <a:lnTo>
                    <a:pt x="2518965" y="676672"/>
                  </a:lnTo>
                  <a:lnTo>
                    <a:pt x="2564879" y="654695"/>
                  </a:lnTo>
                  <a:lnTo>
                    <a:pt x="2622703" y="628296"/>
                  </a:lnTo>
                  <a:lnTo>
                    <a:pt x="2668873" y="606954"/>
                  </a:lnTo>
                  <a:lnTo>
                    <a:pt x="2715171" y="585931"/>
                  </a:lnTo>
                  <a:lnTo>
                    <a:pt x="2761598" y="565228"/>
                  </a:lnTo>
                  <a:lnTo>
                    <a:pt x="2808155" y="544848"/>
                  </a:lnTo>
                  <a:lnTo>
                    <a:pt x="2854842" y="524791"/>
                  </a:lnTo>
                  <a:lnTo>
                    <a:pt x="2901661" y="505059"/>
                  </a:lnTo>
                  <a:lnTo>
                    <a:pt x="2948610" y="485654"/>
                  </a:lnTo>
                  <a:lnTo>
                    <a:pt x="2995692" y="466576"/>
                  </a:lnTo>
                  <a:lnTo>
                    <a:pt x="3042907" y="447827"/>
                  </a:lnTo>
                  <a:lnTo>
                    <a:pt x="3090254" y="429410"/>
                  </a:lnTo>
                  <a:lnTo>
                    <a:pt x="3137735" y="411324"/>
                  </a:lnTo>
                  <a:lnTo>
                    <a:pt x="3185351" y="393572"/>
                  </a:lnTo>
                  <a:lnTo>
                    <a:pt x="3233102" y="376154"/>
                  </a:lnTo>
                  <a:lnTo>
                    <a:pt x="3280988" y="359073"/>
                  </a:lnTo>
                  <a:lnTo>
                    <a:pt x="3329010" y="342329"/>
                  </a:lnTo>
                  <a:lnTo>
                    <a:pt x="3377168" y="325925"/>
                  </a:lnTo>
                  <a:lnTo>
                    <a:pt x="3425464" y="309861"/>
                  </a:lnTo>
                  <a:lnTo>
                    <a:pt x="3473898" y="294139"/>
                  </a:lnTo>
                  <a:lnTo>
                    <a:pt x="3510686" y="283498"/>
                  </a:lnTo>
                  <a:lnTo>
                    <a:pt x="3559397" y="268464"/>
                  </a:lnTo>
                  <a:lnTo>
                    <a:pt x="3608247" y="253777"/>
                  </a:lnTo>
                  <a:lnTo>
                    <a:pt x="3657237" y="239436"/>
                  </a:lnTo>
                  <a:lnTo>
                    <a:pt x="3694585" y="230183"/>
                  </a:lnTo>
                  <a:lnTo>
                    <a:pt x="3743857" y="216542"/>
                  </a:lnTo>
                  <a:lnTo>
                    <a:pt x="3781487" y="207991"/>
                  </a:lnTo>
                  <a:lnTo>
                    <a:pt x="3831043" y="195055"/>
                  </a:lnTo>
                  <a:lnTo>
                    <a:pt x="3868958" y="187212"/>
                  </a:lnTo>
                  <a:lnTo>
                    <a:pt x="3918801" y="174986"/>
                  </a:lnTo>
                  <a:lnTo>
                    <a:pt x="3957003" y="167857"/>
                  </a:lnTo>
                  <a:lnTo>
                    <a:pt x="4007134" y="156348"/>
                  </a:lnTo>
                  <a:lnTo>
                    <a:pt x="4045627" y="149937"/>
                  </a:lnTo>
                  <a:lnTo>
                    <a:pt x="4084265" y="143888"/>
                  </a:lnTo>
                  <a:lnTo>
                    <a:pt x="4123050" y="138202"/>
                  </a:lnTo>
                  <a:lnTo>
                    <a:pt x="4173764" y="128142"/>
                  </a:lnTo>
                  <a:lnTo>
                    <a:pt x="4212843" y="123187"/>
                  </a:lnTo>
                  <a:lnTo>
                    <a:pt x="4252070" y="118599"/>
                  </a:lnTo>
                  <a:lnTo>
                    <a:pt x="4291445" y="114379"/>
                  </a:lnTo>
                  <a:lnTo>
                    <a:pt x="4330970" y="110530"/>
                  </a:lnTo>
                  <a:lnTo>
                    <a:pt x="4370644" y="107052"/>
                  </a:lnTo>
                  <a:lnTo>
                    <a:pt x="4424670" y="105214"/>
                  </a:lnTo>
                  <a:lnTo>
                    <a:pt x="4479059" y="104276"/>
                  </a:lnTo>
                  <a:lnTo>
                    <a:pt x="4545592" y="99496"/>
                  </a:lnTo>
                  <a:lnTo>
                    <a:pt x="4600701" y="100346"/>
                  </a:lnTo>
                  <a:lnTo>
                    <a:pt x="4644386" y="106824"/>
                  </a:lnTo>
                  <a:lnTo>
                    <a:pt x="4700211" y="109450"/>
                  </a:lnTo>
                  <a:lnTo>
                    <a:pt x="4756391" y="112960"/>
                  </a:lnTo>
                  <a:lnTo>
                    <a:pt x="4801143" y="122086"/>
                  </a:lnTo>
                  <a:lnTo>
                    <a:pt x="4858031" y="127352"/>
                  </a:lnTo>
                  <a:lnTo>
                    <a:pt x="4903487" y="138229"/>
                  </a:lnTo>
                  <a:lnTo>
                    <a:pt x="4949294" y="149976"/>
                  </a:lnTo>
                  <a:lnTo>
                    <a:pt x="4995450" y="162590"/>
                  </a:lnTo>
                  <a:lnTo>
                    <a:pt x="5030171" y="180805"/>
                  </a:lnTo>
                  <a:lnTo>
                    <a:pt x="5077022" y="195142"/>
                  </a:lnTo>
                  <a:lnTo>
                    <a:pt x="5112435" y="215075"/>
                  </a:lnTo>
                  <a:lnTo>
                    <a:pt x="5159975" y="231123"/>
                  </a:lnTo>
                  <a:lnTo>
                    <a:pt x="5196074" y="252760"/>
                  </a:lnTo>
                  <a:lnTo>
                    <a:pt x="5232515" y="275244"/>
                  </a:lnTo>
                  <a:lnTo>
                    <a:pt x="5257512" y="303311"/>
                  </a:lnTo>
                  <a:lnTo>
                    <a:pt x="5294632" y="327480"/>
                  </a:lnTo>
                  <a:lnTo>
                    <a:pt x="5320305" y="357224"/>
                  </a:lnTo>
                  <a:lnTo>
                    <a:pt x="5358098" y="383066"/>
                  </a:lnTo>
                  <a:lnTo>
                    <a:pt x="5413496" y="452611"/>
                  </a:lnTo>
                  <a:lnTo>
                    <a:pt x="5430048" y="493700"/>
                  </a:lnTo>
                  <a:lnTo>
                    <a:pt x="5458809" y="531109"/>
                  </a:lnTo>
                  <a:lnTo>
                    <a:pt x="5531012" y="710350"/>
                  </a:lnTo>
                  <a:lnTo>
                    <a:pt x="5554364" y="870287"/>
                  </a:lnTo>
                  <a:lnTo>
                    <a:pt x="5551240" y="930509"/>
                  </a:lnTo>
                  <a:lnTo>
                    <a:pt x="5560339" y="987085"/>
                  </a:lnTo>
                  <a:lnTo>
                    <a:pt x="5558096" y="1049495"/>
                  </a:lnTo>
                  <a:lnTo>
                    <a:pt x="5549377" y="1129819"/>
                  </a:lnTo>
                  <a:lnTo>
                    <a:pt x="5551811" y="1203837"/>
                  </a:lnTo>
                  <a:lnTo>
                    <a:pt x="5545160" y="1255306"/>
                  </a:lnTo>
                  <a:lnTo>
                    <a:pt x="5290961" y="624268"/>
                  </a:lnTo>
                  <a:lnTo>
                    <a:pt x="5234228" y="551409"/>
                  </a:lnTo>
                  <a:lnTo>
                    <a:pt x="5206657" y="516954"/>
                  </a:lnTo>
                  <a:lnTo>
                    <a:pt x="5180414" y="485798"/>
                  </a:lnTo>
                  <a:lnTo>
                    <a:pt x="5154678" y="455897"/>
                  </a:lnTo>
                  <a:lnTo>
                    <a:pt x="5117655" y="431967"/>
                  </a:lnTo>
                  <a:lnTo>
                    <a:pt x="5081120" y="409250"/>
                  </a:lnTo>
                  <a:lnTo>
                    <a:pt x="5045065" y="387723"/>
                  </a:lnTo>
                  <a:lnTo>
                    <a:pt x="4997698" y="372103"/>
                  </a:lnTo>
                  <a:lnTo>
                    <a:pt x="4962576" y="352893"/>
                  </a:lnTo>
                  <a:lnTo>
                    <a:pt x="4916125" y="339546"/>
                  </a:lnTo>
                  <a:lnTo>
                    <a:pt x="4870119" y="327305"/>
                  </a:lnTo>
                  <a:lnTo>
                    <a:pt x="4824548" y="316146"/>
                  </a:lnTo>
                  <a:lnTo>
                    <a:pt x="4767623" y="310786"/>
                  </a:lnTo>
                  <a:lnTo>
                    <a:pt x="4722899" y="301729"/>
                  </a:lnTo>
                  <a:lnTo>
                    <a:pt x="4666803" y="298428"/>
                  </a:lnTo>
                  <a:lnTo>
                    <a:pt x="4611108" y="296124"/>
                  </a:lnTo>
                  <a:lnTo>
                    <a:pt x="4555806" y="294796"/>
                  </a:lnTo>
                  <a:lnTo>
                    <a:pt x="4500888" y="294421"/>
                  </a:lnTo>
                  <a:lnTo>
                    <a:pt x="4446346" y="294979"/>
                  </a:lnTo>
                  <a:lnTo>
                    <a:pt x="4380388" y="301186"/>
                  </a:lnTo>
                  <a:lnTo>
                    <a:pt x="4340728" y="304700"/>
                  </a:lnTo>
                  <a:lnTo>
                    <a:pt x="4301225" y="308601"/>
                  </a:lnTo>
                  <a:lnTo>
                    <a:pt x="4261877" y="312888"/>
                  </a:lnTo>
                  <a:lnTo>
                    <a:pt x="4222683" y="317559"/>
                  </a:lnTo>
                  <a:lnTo>
                    <a:pt x="4183644" y="322613"/>
                  </a:lnTo>
                  <a:lnTo>
                    <a:pt x="4144758" y="328047"/>
                  </a:lnTo>
                  <a:lnTo>
                    <a:pt x="4106024" y="333860"/>
                  </a:lnTo>
                  <a:lnTo>
                    <a:pt x="4055660" y="344788"/>
                  </a:lnTo>
                  <a:lnTo>
                    <a:pt x="4017229" y="351354"/>
                  </a:lnTo>
                  <a:lnTo>
                    <a:pt x="3978950" y="358293"/>
                  </a:lnTo>
                  <a:lnTo>
                    <a:pt x="3929037" y="370343"/>
                  </a:lnTo>
                  <a:lnTo>
                    <a:pt x="3891057" y="378026"/>
                  </a:lnTo>
                  <a:lnTo>
                    <a:pt x="3841442" y="390815"/>
                  </a:lnTo>
                  <a:lnTo>
                    <a:pt x="3803758" y="399234"/>
                  </a:lnTo>
                  <a:lnTo>
                    <a:pt x="3754439" y="412756"/>
                  </a:lnTo>
                  <a:lnTo>
                    <a:pt x="3717049" y="421905"/>
                  </a:lnTo>
                  <a:lnTo>
                    <a:pt x="3668022" y="436153"/>
                  </a:lnTo>
                  <a:lnTo>
                    <a:pt x="3619140" y="450762"/>
                  </a:lnTo>
                  <a:lnTo>
                    <a:pt x="3582186" y="460992"/>
                  </a:lnTo>
                  <a:lnTo>
                    <a:pt x="3533592" y="476317"/>
                  </a:lnTo>
                  <a:lnTo>
                    <a:pt x="3485142" y="491998"/>
                  </a:lnTo>
                  <a:lnTo>
                    <a:pt x="3436834" y="508033"/>
                  </a:lnTo>
                  <a:lnTo>
                    <a:pt x="3388669" y="524419"/>
                  </a:lnTo>
                  <a:lnTo>
                    <a:pt x="3352427" y="536419"/>
                  </a:lnTo>
                  <a:lnTo>
                    <a:pt x="3304543" y="553505"/>
                  </a:lnTo>
                  <a:lnTo>
                    <a:pt x="3256799" y="570938"/>
                  </a:lnTo>
                  <a:lnTo>
                    <a:pt x="3209194" y="588717"/>
                  </a:lnTo>
                  <a:lnTo>
                    <a:pt x="3161728" y="606840"/>
                  </a:lnTo>
                  <a:lnTo>
                    <a:pt x="3114399" y="625305"/>
                  </a:lnTo>
                  <a:lnTo>
                    <a:pt x="3067208" y="644110"/>
                  </a:lnTo>
                  <a:lnTo>
                    <a:pt x="3020153" y="663255"/>
                  </a:lnTo>
                  <a:lnTo>
                    <a:pt x="2973234" y="682736"/>
                  </a:lnTo>
                  <a:lnTo>
                    <a:pt x="2926450" y="702553"/>
                  </a:lnTo>
                  <a:lnTo>
                    <a:pt x="2868017" y="727441"/>
                  </a:lnTo>
                  <a:lnTo>
                    <a:pt x="2821501" y="747924"/>
                  </a:lnTo>
                  <a:lnTo>
                    <a:pt x="2775119" y="768738"/>
                  </a:lnTo>
                  <a:lnTo>
                    <a:pt x="2728869" y="789880"/>
                  </a:lnTo>
                  <a:lnTo>
                    <a:pt x="2682750" y="811349"/>
                  </a:lnTo>
                  <a:lnTo>
                    <a:pt x="2636763" y="833144"/>
                  </a:lnTo>
                  <a:lnTo>
                    <a:pt x="2590906" y="855263"/>
                  </a:lnTo>
                  <a:lnTo>
                    <a:pt x="2533396" y="882441"/>
                  </a:lnTo>
                  <a:lnTo>
                    <a:pt x="2487798" y="905202"/>
                  </a:lnTo>
                  <a:lnTo>
                    <a:pt x="2442329" y="928282"/>
                  </a:lnTo>
                  <a:lnTo>
                    <a:pt x="2396987" y="951679"/>
                  </a:lnTo>
                  <a:lnTo>
                    <a:pt x="2351772" y="975392"/>
                  </a:lnTo>
                  <a:lnTo>
                    <a:pt x="2294901" y="1004156"/>
                  </a:lnTo>
                  <a:lnTo>
                    <a:pt x="2249938" y="1028494"/>
                  </a:lnTo>
                  <a:lnTo>
                    <a:pt x="2205100" y="1053143"/>
                  </a:lnTo>
                  <a:lnTo>
                    <a:pt x="2160387" y="1078100"/>
                  </a:lnTo>
                  <a:lnTo>
                    <a:pt x="2104014" y="1108102"/>
                  </a:lnTo>
                  <a:lnTo>
                    <a:pt x="2059548" y="1133672"/>
                  </a:lnTo>
                  <a:lnTo>
                    <a:pt x="2015204" y="1159546"/>
                  </a:lnTo>
                  <a:lnTo>
                    <a:pt x="1970981" y="1185722"/>
                  </a:lnTo>
                  <a:lnTo>
                    <a:pt x="1926880" y="1212198"/>
                  </a:lnTo>
                  <a:lnTo>
                    <a:pt x="1871115" y="1243710"/>
                  </a:lnTo>
                  <a:lnTo>
                    <a:pt x="1827254" y="1270782"/>
                  </a:lnTo>
                  <a:lnTo>
                    <a:pt x="1783511" y="1298149"/>
                  </a:lnTo>
                  <a:lnTo>
                    <a:pt x="1739887" y="1325810"/>
                  </a:lnTo>
                  <a:lnTo>
                    <a:pt x="1696381" y="1353763"/>
                  </a:lnTo>
                  <a:lnTo>
                    <a:pt x="1641208" y="1386744"/>
                  </a:lnTo>
                  <a:lnTo>
                    <a:pt x="1597935" y="1415276"/>
                  </a:lnTo>
                  <a:lnTo>
                    <a:pt x="1554777" y="1444095"/>
                  </a:lnTo>
                  <a:lnTo>
                    <a:pt x="1511734" y="1473199"/>
                  </a:lnTo>
                  <a:lnTo>
                    <a:pt x="1468806" y="1502587"/>
                  </a:lnTo>
                  <a:lnTo>
                    <a:pt x="1425991" y="1532257"/>
                  </a:lnTo>
                  <a:lnTo>
                    <a:pt x="1383289" y="1562208"/>
                  </a:lnTo>
                  <a:lnTo>
                    <a:pt x="1340699" y="1592436"/>
                  </a:lnTo>
                  <a:lnTo>
                    <a:pt x="1298221" y="1622942"/>
                  </a:lnTo>
                  <a:lnTo>
                    <a:pt x="1255854" y="1653724"/>
                  </a:lnTo>
                  <a:lnTo>
                    <a:pt x="1213597" y="1684778"/>
                  </a:lnTo>
                  <a:lnTo>
                    <a:pt x="1171449" y="1716105"/>
                  </a:lnTo>
                  <a:lnTo>
                    <a:pt x="1118480" y="1754556"/>
                  </a:lnTo>
                  <a:lnTo>
                    <a:pt x="1077437" y="1788625"/>
                  </a:lnTo>
                  <a:lnTo>
                    <a:pt x="1024754" y="1827787"/>
                  </a:lnTo>
                  <a:lnTo>
                    <a:pt x="983996" y="1862565"/>
                  </a:lnTo>
                  <a:lnTo>
                    <a:pt x="931597" y="1902431"/>
                  </a:lnTo>
                  <a:lnTo>
                    <a:pt x="891123" y="1937910"/>
                  </a:lnTo>
                  <a:lnTo>
                    <a:pt x="839005" y="1978476"/>
                  </a:lnTo>
                  <a:lnTo>
                    <a:pt x="798810" y="2014650"/>
                  </a:lnTo>
                  <a:lnTo>
                    <a:pt x="758754" y="2051169"/>
                  </a:lnTo>
                  <a:lnTo>
                    <a:pt x="718837" y="2088032"/>
                  </a:lnTo>
                  <a:lnTo>
                    <a:pt x="667274" y="2129975"/>
                  </a:lnTo>
                  <a:lnTo>
                    <a:pt x="627632" y="2167520"/>
                  </a:lnTo>
                  <a:lnTo>
                    <a:pt x="588126" y="2205404"/>
                  </a:lnTo>
                  <a:lnTo>
                    <a:pt x="548755" y="2243625"/>
                  </a:lnTo>
                  <a:lnTo>
                    <a:pt x="509520" y="2282182"/>
                  </a:lnTo>
                  <a:lnTo>
                    <a:pt x="470419" y="2321072"/>
                  </a:lnTo>
                  <a:lnTo>
                    <a:pt x="443236" y="2355557"/>
                  </a:lnTo>
                  <a:lnTo>
                    <a:pt x="404402" y="2395110"/>
                  </a:lnTo>
                  <a:lnTo>
                    <a:pt x="365701" y="2434992"/>
                  </a:lnTo>
                  <a:lnTo>
                    <a:pt x="338915" y="2470464"/>
                  </a:lnTo>
                  <a:lnTo>
                    <a:pt x="300477" y="2511000"/>
                  </a:lnTo>
                  <a:lnTo>
                    <a:pt x="273953" y="2547122"/>
                  </a:lnTo>
                  <a:lnTo>
                    <a:pt x="246200" y="2580193"/>
                  </a:lnTo>
                  <a:lnTo>
                    <a:pt x="689" y="2582524"/>
                  </a:lnTo>
                  <a:close/>
                </a:path>
                <a:path w="7584440" h="2582545">
                  <a:moveTo>
                    <a:pt x="5435111" y="2579596"/>
                  </a:moveTo>
                  <a:lnTo>
                    <a:pt x="5409476" y="2515958"/>
                  </a:lnTo>
                  <a:lnTo>
                    <a:pt x="5408602" y="2479800"/>
                  </a:lnTo>
                  <a:lnTo>
                    <a:pt x="5395483" y="2447233"/>
                  </a:lnTo>
                  <a:lnTo>
                    <a:pt x="5393680" y="2408768"/>
                  </a:lnTo>
                  <a:lnTo>
                    <a:pt x="5391406" y="2369133"/>
                  </a:lnTo>
                  <a:lnTo>
                    <a:pt x="5388655" y="2328316"/>
                  </a:lnTo>
                  <a:lnTo>
                    <a:pt x="5373640" y="2291042"/>
                  </a:lnTo>
                  <a:lnTo>
                    <a:pt x="5369923" y="2247825"/>
                  </a:lnTo>
                  <a:lnTo>
                    <a:pt x="5361012" y="2157726"/>
                  </a:lnTo>
                  <a:lnTo>
                    <a:pt x="5367592" y="2106084"/>
                  </a:lnTo>
                  <a:lnTo>
                    <a:pt x="5361885" y="2057927"/>
                  </a:lnTo>
                  <a:lnTo>
                    <a:pt x="5348939" y="1957809"/>
                  </a:lnTo>
                  <a:lnTo>
                    <a:pt x="5353473" y="1901087"/>
                  </a:lnTo>
                  <a:lnTo>
                    <a:pt x="5345701" y="1847805"/>
                  </a:lnTo>
                  <a:lnTo>
                    <a:pt x="5349184" y="1788473"/>
                  </a:lnTo>
                  <a:lnTo>
                    <a:pt x="5352134" y="1727820"/>
                  </a:lnTo>
                  <a:lnTo>
                    <a:pt x="5342764" y="1670570"/>
                  </a:lnTo>
                  <a:lnTo>
                    <a:pt x="5344635" y="1607237"/>
                  </a:lnTo>
                  <a:lnTo>
                    <a:pt x="5345960" y="1542547"/>
                  </a:lnTo>
                  <a:lnTo>
                    <a:pt x="5346733" y="1476487"/>
                  </a:lnTo>
                  <a:lnTo>
                    <a:pt x="5346605" y="1340216"/>
                  </a:lnTo>
                  <a:lnTo>
                    <a:pt x="5357479" y="1265242"/>
                  </a:lnTo>
                  <a:lnTo>
                    <a:pt x="5353945" y="1120512"/>
                  </a:lnTo>
                  <a:lnTo>
                    <a:pt x="5363094" y="1041257"/>
                  </a:lnTo>
                  <a:lnTo>
                    <a:pt x="5365360" y="978905"/>
                  </a:lnTo>
                  <a:lnTo>
                    <a:pt x="5356417" y="922715"/>
                  </a:lnTo>
                  <a:lnTo>
                    <a:pt x="5359826" y="863200"/>
                  </a:lnTo>
                  <a:lnTo>
                    <a:pt x="5352015" y="809821"/>
                  </a:lnTo>
                  <a:lnTo>
                    <a:pt x="5332980" y="762568"/>
                  </a:lnTo>
                  <a:lnTo>
                    <a:pt x="5326282" y="711951"/>
                  </a:lnTo>
                  <a:lnTo>
                    <a:pt x="5545160" y="1255306"/>
                  </a:lnTo>
                  <a:lnTo>
                    <a:pt x="5541835" y="1281040"/>
                  </a:lnTo>
                  <a:lnTo>
                    <a:pt x="5543595" y="1421365"/>
                  </a:lnTo>
                  <a:lnTo>
                    <a:pt x="5543559" y="1489253"/>
                  </a:lnTo>
                  <a:lnTo>
                    <a:pt x="5542919" y="1555644"/>
                  </a:lnTo>
                  <a:lnTo>
                    <a:pt x="5541683" y="1620552"/>
                  </a:lnTo>
                  <a:lnTo>
                    <a:pt x="5539855" y="1683992"/>
                  </a:lnTo>
                  <a:lnTo>
                    <a:pt x="5537440" y="1745977"/>
                  </a:lnTo>
                  <a:lnTo>
                    <a:pt x="5546229" y="1801783"/>
                  </a:lnTo>
                  <a:lnTo>
                    <a:pt x="5542660" y="1860901"/>
                  </a:lnTo>
                  <a:lnTo>
                    <a:pt x="5538522" y="1918607"/>
                  </a:lnTo>
                  <a:lnTo>
                    <a:pt x="5552130" y="2020365"/>
                  </a:lnTo>
                  <a:lnTo>
                    <a:pt x="5546320" y="2073919"/>
                  </a:lnTo>
                  <a:lnTo>
                    <a:pt x="5556634" y="2167502"/>
                  </a:lnTo>
                  <a:lnTo>
                    <a:pt x="5564809" y="2255776"/>
                  </a:lnTo>
                  <a:lnTo>
                    <a:pt x="5568110" y="2297957"/>
                  </a:lnTo>
                  <a:lnTo>
                    <a:pt x="5582676" y="2334117"/>
                  </a:lnTo>
                  <a:lnTo>
                    <a:pt x="5584947" y="2373744"/>
                  </a:lnTo>
                  <a:lnTo>
                    <a:pt x="5586712" y="2412115"/>
                  </a:lnTo>
                  <a:lnTo>
                    <a:pt x="5599760" y="2444506"/>
                  </a:lnTo>
                  <a:lnTo>
                    <a:pt x="5600530" y="2480407"/>
                  </a:lnTo>
                  <a:lnTo>
                    <a:pt x="5612595" y="2510356"/>
                  </a:lnTo>
                  <a:lnTo>
                    <a:pt x="5612393" y="2543844"/>
                  </a:lnTo>
                  <a:lnTo>
                    <a:pt x="5627914" y="2582374"/>
                  </a:lnTo>
                  <a:lnTo>
                    <a:pt x="5435111" y="2579596"/>
                  </a:lnTo>
                  <a:close/>
                </a:path>
              </a:pathLst>
            </a:custGeom>
            <a:solidFill>
              <a:srgbClr val="2820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0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POWER</a:t>
            </a:r>
            <a:r>
              <a:rPr dirty="0" spc="-25"/>
              <a:t> </a:t>
            </a:r>
            <a:r>
              <a:rPr dirty="0"/>
              <a:t>BI</a:t>
            </a:r>
            <a:r>
              <a:rPr dirty="0" spc="-10"/>
              <a:t> FUNCTIONALITIES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2321890"/>
            <a:ext cx="109196" cy="1091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0905" y="2851072"/>
            <a:ext cx="109196" cy="1091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3380254"/>
            <a:ext cx="109196" cy="1091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3909436"/>
            <a:ext cx="109196" cy="1091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4438617"/>
            <a:ext cx="109196" cy="1091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4967799"/>
            <a:ext cx="109196" cy="1091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5496982"/>
            <a:ext cx="109196" cy="10919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6026163"/>
            <a:ext cx="109196" cy="1091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0905" y="6555345"/>
            <a:ext cx="109196" cy="1091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3238500">
              <a:lnSpc>
                <a:spcPct val="115700"/>
              </a:lnSpc>
              <a:spcBef>
                <a:spcPts val="100"/>
              </a:spcBef>
            </a:pPr>
            <a:r>
              <a:rPr dirty="0"/>
              <a:t>How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connect</a:t>
            </a:r>
            <a:r>
              <a:rPr dirty="0" spc="-50"/>
              <a:t> </a:t>
            </a:r>
            <a:r>
              <a:rPr dirty="0"/>
              <a:t>Power</a:t>
            </a:r>
            <a:r>
              <a:rPr dirty="0" spc="-55"/>
              <a:t> </a:t>
            </a:r>
            <a:r>
              <a:rPr dirty="0"/>
              <a:t>BI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MS</a:t>
            </a:r>
            <a:r>
              <a:rPr dirty="0" spc="-50"/>
              <a:t> </a:t>
            </a:r>
            <a:r>
              <a:rPr dirty="0"/>
              <a:t>SQL</a:t>
            </a:r>
            <a:r>
              <a:rPr dirty="0" spc="-155"/>
              <a:t> </a:t>
            </a:r>
            <a:r>
              <a:rPr dirty="0"/>
              <a:t>Server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Flat</a:t>
            </a:r>
            <a:r>
              <a:rPr dirty="0" spc="-55"/>
              <a:t> </a:t>
            </a:r>
            <a:r>
              <a:rPr dirty="0" spc="-10"/>
              <a:t>Files </a:t>
            </a:r>
            <a:r>
              <a:rPr dirty="0"/>
              <a:t>Data</a:t>
            </a:r>
            <a:r>
              <a:rPr dirty="0" spc="-85"/>
              <a:t> </a:t>
            </a:r>
            <a:r>
              <a:rPr dirty="0"/>
              <a:t>Modelling</a:t>
            </a:r>
            <a:r>
              <a:rPr dirty="0" spc="-85"/>
              <a:t> </a:t>
            </a:r>
            <a:r>
              <a:rPr dirty="0"/>
              <a:t>with</a:t>
            </a:r>
            <a:r>
              <a:rPr dirty="0" spc="-85"/>
              <a:t> </a:t>
            </a:r>
            <a:r>
              <a:rPr dirty="0"/>
              <a:t>three</a:t>
            </a:r>
            <a:r>
              <a:rPr dirty="0" spc="-85"/>
              <a:t> </a:t>
            </a:r>
            <a:r>
              <a:rPr dirty="0" spc="-10"/>
              <a:t>tables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Data</a:t>
            </a:r>
            <a:r>
              <a:rPr dirty="0" spc="-80"/>
              <a:t> </a:t>
            </a:r>
            <a:r>
              <a:rPr dirty="0"/>
              <a:t>Cleaning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/>
              <a:t>Power</a:t>
            </a:r>
            <a:r>
              <a:rPr dirty="0" spc="-75"/>
              <a:t> </a:t>
            </a:r>
            <a:r>
              <a:rPr dirty="0" spc="-10"/>
              <a:t>Query</a:t>
            </a: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/>
              <a:t>How</a:t>
            </a:r>
            <a:r>
              <a:rPr dirty="0" spc="-6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create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Date</a:t>
            </a:r>
            <a:r>
              <a:rPr dirty="0" spc="-114"/>
              <a:t> </a:t>
            </a:r>
            <a:r>
              <a:rPr dirty="0" spc="-30"/>
              <a:t>Table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Power</a:t>
            </a:r>
            <a:r>
              <a:rPr dirty="0" spc="-60"/>
              <a:t> </a:t>
            </a:r>
            <a:r>
              <a:rPr dirty="0" spc="-25"/>
              <a:t>BI</a:t>
            </a:r>
          </a:p>
          <a:p>
            <a:pPr marL="12700" marR="451484">
              <a:lnSpc>
                <a:spcPct val="115700"/>
              </a:lnSpc>
            </a:pPr>
            <a:r>
              <a:rPr dirty="0" spc="-10"/>
              <a:t>Time</a:t>
            </a:r>
            <a:r>
              <a:rPr dirty="0" spc="-95"/>
              <a:t> </a:t>
            </a:r>
            <a:r>
              <a:rPr dirty="0" spc="-10"/>
              <a:t>Intelligence</a:t>
            </a:r>
            <a:r>
              <a:rPr dirty="0" spc="-90"/>
              <a:t> </a:t>
            </a:r>
            <a:r>
              <a:rPr dirty="0"/>
              <a:t>functions</a:t>
            </a:r>
            <a:r>
              <a:rPr dirty="0" spc="-95"/>
              <a:t> </a:t>
            </a:r>
            <a:r>
              <a:rPr dirty="0" spc="-70"/>
              <a:t>(TOTALYTD,</a:t>
            </a:r>
            <a:r>
              <a:rPr dirty="0" spc="-90"/>
              <a:t> </a:t>
            </a:r>
            <a:r>
              <a:rPr dirty="0" spc="-10"/>
              <a:t>SAMEPERIODLASTYEAR,</a:t>
            </a:r>
            <a:r>
              <a:rPr dirty="0" spc="-95"/>
              <a:t> </a:t>
            </a:r>
            <a:r>
              <a:rPr dirty="0" spc="-10"/>
              <a:t>etc.) </a:t>
            </a:r>
            <a:r>
              <a:rPr dirty="0"/>
              <a:t>Creating</a:t>
            </a:r>
            <a:r>
              <a:rPr dirty="0" spc="-120"/>
              <a:t> </a:t>
            </a:r>
            <a:r>
              <a:rPr dirty="0"/>
              <a:t>Dynamic</a:t>
            </a:r>
            <a:r>
              <a:rPr dirty="0" spc="-120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/>
              <a:t>Complex</a:t>
            </a:r>
            <a:r>
              <a:rPr dirty="0" spc="-120"/>
              <a:t> </a:t>
            </a:r>
            <a:r>
              <a:rPr dirty="0" spc="-20"/>
              <a:t>KPIs</a:t>
            </a: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/>
              <a:t>Basic</a:t>
            </a:r>
            <a:r>
              <a:rPr dirty="0" spc="-105"/>
              <a:t> </a:t>
            </a:r>
            <a:r>
              <a:rPr dirty="0" spc="-20"/>
              <a:t>to</a:t>
            </a:r>
            <a:r>
              <a:rPr dirty="0" spc="-170"/>
              <a:t> </a:t>
            </a:r>
            <a:r>
              <a:rPr dirty="0"/>
              <a:t>Advanced</a:t>
            </a:r>
            <a:r>
              <a:rPr dirty="0" spc="-60"/>
              <a:t> </a:t>
            </a:r>
            <a:r>
              <a:rPr dirty="0"/>
              <a:t>DAX</a:t>
            </a:r>
            <a:r>
              <a:rPr dirty="0" spc="-60"/>
              <a:t> </a:t>
            </a:r>
            <a:r>
              <a:rPr dirty="0" spc="-10"/>
              <a:t>Queries</a:t>
            </a: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pc="-10"/>
              <a:t>Conditional</a:t>
            </a:r>
            <a:r>
              <a:rPr dirty="0" spc="-95"/>
              <a:t> </a:t>
            </a:r>
            <a:r>
              <a:rPr dirty="0"/>
              <a:t>Formatting</a:t>
            </a:r>
            <a:r>
              <a:rPr dirty="0" spc="-90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adding</a:t>
            </a:r>
            <a:r>
              <a:rPr dirty="0" spc="-90"/>
              <a:t> </a:t>
            </a:r>
            <a:r>
              <a:rPr dirty="0"/>
              <a:t>dynamic</a:t>
            </a:r>
            <a:r>
              <a:rPr dirty="0" spc="-90"/>
              <a:t> </a:t>
            </a:r>
            <a:r>
              <a:rPr dirty="0"/>
              <a:t>icons</a:t>
            </a:r>
            <a:r>
              <a:rPr dirty="0" spc="-95"/>
              <a:t> </a:t>
            </a:r>
            <a:r>
              <a:rPr dirty="0"/>
              <a:t>in</a:t>
            </a:r>
            <a:r>
              <a:rPr dirty="0" spc="-90"/>
              <a:t> </a:t>
            </a:r>
            <a:r>
              <a:rPr dirty="0"/>
              <a:t>Power</a:t>
            </a:r>
            <a:r>
              <a:rPr dirty="0" spc="-95"/>
              <a:t> </a:t>
            </a:r>
            <a:r>
              <a:rPr dirty="0" spc="-25"/>
              <a:t>BI</a:t>
            </a:r>
          </a:p>
          <a:p>
            <a:pPr marL="12700" marR="5080">
              <a:lnSpc>
                <a:spcPct val="115700"/>
              </a:lnSpc>
            </a:pPr>
            <a:r>
              <a:rPr dirty="0"/>
              <a:t>Different</a:t>
            </a:r>
            <a:r>
              <a:rPr dirty="0" spc="-75"/>
              <a:t> </a:t>
            </a:r>
            <a:r>
              <a:rPr dirty="0"/>
              <a:t>DAX</a:t>
            </a:r>
            <a:r>
              <a:rPr dirty="0" spc="-75"/>
              <a:t> </a:t>
            </a:r>
            <a:r>
              <a:rPr dirty="0"/>
              <a:t>functions</a:t>
            </a:r>
            <a:r>
              <a:rPr dirty="0" spc="-75"/>
              <a:t> </a:t>
            </a:r>
            <a:r>
              <a:rPr dirty="0"/>
              <a:t>like</a:t>
            </a:r>
            <a:r>
              <a:rPr dirty="0" spc="-75"/>
              <a:t> </a:t>
            </a:r>
            <a:r>
              <a:rPr dirty="0" spc="-40"/>
              <a:t>CALCULATE,</a:t>
            </a:r>
            <a:r>
              <a:rPr dirty="0" spc="-75"/>
              <a:t> </a:t>
            </a:r>
            <a:r>
              <a:rPr dirty="0"/>
              <a:t>SUM,</a:t>
            </a:r>
            <a:r>
              <a:rPr dirty="0" spc="-70"/>
              <a:t> </a:t>
            </a:r>
            <a:r>
              <a:rPr dirty="0"/>
              <a:t>SUMX,</a:t>
            </a:r>
            <a:r>
              <a:rPr dirty="0" spc="-75"/>
              <a:t> </a:t>
            </a:r>
            <a:r>
              <a:rPr dirty="0" spc="-55"/>
              <a:t>FILTER,</a:t>
            </a:r>
            <a:r>
              <a:rPr dirty="0" spc="-125"/>
              <a:t> </a:t>
            </a:r>
            <a:r>
              <a:rPr dirty="0" spc="-10"/>
              <a:t>VALUES, </a:t>
            </a:r>
            <a:r>
              <a:rPr dirty="0" spc="-40"/>
              <a:t>SELECTEDVALUE,</a:t>
            </a:r>
            <a:r>
              <a:rPr dirty="0" spc="-95"/>
              <a:t> </a:t>
            </a:r>
            <a:r>
              <a:rPr dirty="0"/>
              <a:t>RETURN,</a:t>
            </a:r>
            <a:r>
              <a:rPr dirty="0" spc="-95"/>
              <a:t> </a:t>
            </a:r>
            <a:r>
              <a:rPr dirty="0" spc="-60"/>
              <a:t>CONCATENATE,</a:t>
            </a:r>
            <a:r>
              <a:rPr dirty="0" spc="-95"/>
              <a:t> </a:t>
            </a:r>
            <a:r>
              <a:rPr dirty="0"/>
              <a:t>DIVIDE,</a:t>
            </a:r>
            <a:r>
              <a:rPr dirty="0" spc="-145"/>
              <a:t> </a:t>
            </a:r>
            <a:r>
              <a:rPr dirty="0" spc="-85"/>
              <a:t>VAR,</a:t>
            </a:r>
            <a:r>
              <a:rPr dirty="0" spc="-90"/>
              <a:t> </a:t>
            </a:r>
            <a:r>
              <a:rPr dirty="0" spc="-20"/>
              <a:t>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100" y="2467711"/>
            <a:ext cx="114300" cy="114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100" y="3001111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100" y="3534511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49675" y="2169262"/>
            <a:ext cx="8038465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Creating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charts,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maps,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formatting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20">
                <a:solidFill>
                  <a:srgbClr val="FFFFFF"/>
                </a:solidFill>
                <a:latin typeface="Times New Roman"/>
                <a:cs typeface="Times New Roman"/>
              </a:rPr>
              <a:t>them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Generating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30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charts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dirty="0" sz="30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>
                <a:solidFill>
                  <a:srgbClr val="FFFFFF"/>
                </a:solidFill>
                <a:latin typeface="Times New Roman"/>
                <a:cs typeface="Times New Roman"/>
              </a:rPr>
              <a:t>report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3498" rIns="0" bIns="0" rtlCol="0" vert="horz">
            <a:spAutoFit/>
          </a:bodyPr>
          <a:lstStyle/>
          <a:p>
            <a:pPr marL="165100">
              <a:lnSpc>
                <a:spcPct val="100000"/>
              </a:lnSpc>
              <a:spcBef>
                <a:spcPts val="114"/>
              </a:spcBef>
            </a:pPr>
            <a:r>
              <a:rPr dirty="0"/>
              <a:t>POWER</a:t>
            </a:r>
            <a:r>
              <a:rPr dirty="0" spc="-25"/>
              <a:t> </a:t>
            </a:r>
            <a:r>
              <a:rPr dirty="0"/>
              <a:t>BI</a:t>
            </a:r>
            <a:r>
              <a:rPr dirty="0" spc="-10"/>
              <a:t> FUNCTIONALITIES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Sonam Gupta</dc:creator>
  <cp:keywords>DAHQd_HXYuY,BAE5uUTmWwU</cp:keywords>
  <dc:title>ECOMMERCE ANALYSIS</dc:title>
  <dcterms:created xsi:type="dcterms:W3CDTF">2026-07-26T08:18:17Z</dcterms:created>
  <dcterms:modified xsi:type="dcterms:W3CDTF">2026-07-26T08:18:17Z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2026-07-26T00:00:00Z</vt:filetime>
  </property>
  <property fmtid="{D5CDD505-2E9C-101B-9397-08002B2CF9AE}" pid="6" name="Producer">
    <vt:lpwstr>Canva</vt:lpwstr>
  </property>
</Properties>
</file>